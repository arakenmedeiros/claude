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8.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Zhu et al. (2003), Zhou et al. (2003).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Construção do grafo.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Pontes entre classes transportam rótulos errados.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implementação do zero coincide com a do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pequeno confia mais no rótulo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RBF, os pesos viraram zero: o grafo ficou sem arestas.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contrário à nossa expectativa, relatado como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referência fraca engana: o ganho de 12 pontos desaparece diante de uma referência forte.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informação continua escorrendo pelas arestas.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c — O peso da aresta diz o quão parecidos são os exemplos. | 2) d — P = D⁻¹W, de modo que cada linha some 1. | 3) c — Ele equilibra conectividade e pureza.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</a:rPr>
              <a:t>CAPÍTULO 8  ·  PARTE 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Métodos em Grafos: Label Propagation e Label Spreading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como transformar dados em um grafo (nós, arestas e pesos).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a propagação de rótulos e a diferença entre Label Propagation e Label Spreading.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os dois métodos do zero e conferir com o scikit-learn.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Mostrar, com experimentos, a importância do grafo: número de vizinhos, pontes e desconexão.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Escolher e ajustar kernel, n_neighbors, gamma e alpha.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Aplicar o Label Spreading a dados maiores (MNIST) e interpretar a visão indutiva e a transdutiva.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Você já viu um boato se espalhar? Uma pessoa conta para os amigos, que contam para os amigos deles. Agora imagine que passam adiante rótulos: quem mora perto do 'azul' vira azul, perto do 'laranja' vira laranja.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O que acontece se houver uma ponte entre os dois bairros?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como boatos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Rótulos como boatos: dois nós têm rótulo conhecido (estrelas), e os demais adotam a mistura de rótulos que chega até eles pelos vizinh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28203"/>
            <a:ext cx="4206240" cy="17727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Dois nós conhecem o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Os vizinhos adotam a mistura que chega até eles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Boatos viajam pelas ruas do bairro.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como um grafo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Nós = exemplos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Arestas = semelhança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Pesos = o quanto são parecidos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k vizinhos (esparso) ou kernel RBF (denso)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grafo decide tudo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grafo de k vizinhos nas duas luas. Em cinza, arestas entre pontos da mesma classe. Em vermelho, &quot;pontes&quot; entre classes diferentes. Com k = 3 e k = 7, não há pontes. Com k = 20, surgem 2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64888"/>
            <a:ext cx="4206240" cy="14994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 = 3: desconecta, 53,3%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 = 10: o melhor, 94,0%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 = 50: pontes, 90,9%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Poucas ruas isolam bairros; ruas demais criam atalhos errados.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Propagation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Cada nó recebe a média dos vizinhos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Os rotulados voltam ao valor original (clamping)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Com 4 rótulos: 100% nas duas luas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Spreading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Matriz normalizada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Rótulos podem mudar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alpha controla a confiança no rótulo original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Um boato com memória: os vizinhos influenciam, mas você não esquece o que sabia.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perigo do valor padrão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10%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acerto no Digits com gamma = 20 sem padronizar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</a:rPr>
              <a:t>94,0%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 knn e k = 10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interruptor 'liga' que na verdade não liga nada.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errados: surpresa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no teste com uma fração de rótulos errados, para o Label Propagation e para o Label Spreading com dois valores de alph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28359"/>
            <a:ext cx="4206240" cy="25211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Propagation resistiu um pouco melhor que o Spreading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Contra a expectativa do clamping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conjunto maior: MNIST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exemplos de dígitos do MNIST. À direita, a acurácia dos quatro métodos conforme a representação (pixels ou componentes principai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27650"/>
            <a:ext cx="4206240" cy="15738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100 rótulos entre 10.000 imagens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Label Spreading: 88,7%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Regressão logística: 76,7%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Mas atenção: uma CNN bem treinada (Cap. 9) chega a 90,2%.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propagações às GNNs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Do Label Propagation às redes neurais de graf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1828"/>
            <a:ext cx="4206240" cy="20741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Redes neurais de grafos usam atributos e pesos aprendidos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Kipf e Welling (2017)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Grafo: exemplos são nós, e arestas ligam exemplos parecidos. Constrói-se com k vizinhos (esparso) ou com kernel RBF (denso).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Label Propagation: cada nó recebe a média dos vizinhos, e os rótulos conhecidos ficam fixos. Label Spreading: matriz normalizada, rótulos que podem mudar, controlados por alpha.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4 rótulos, a propagação chegou a 100% nas duas luas; nossa implementação coincide com a do scikit-learn.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grafo decide: poucos vizinhos desconectam (k = 3: 53,3%), muitos criam pontes (k = 50: 90,9%). O melhor aqui foi k = 10 (94,0%).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RBF com gamma padrão (20) deu 10% no Digits, porque todos os pesos viraram zero. Padronize ou prefira o knn.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Contra a expectativa, o Propagation resistiu um pouco melhor que o Spreading a rótulos errados.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MNIST (100 rótulos entre 10.000), o Label Spreading chegou a 88,7%, contra 76,7% da regressão logística.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Uma aresta do grafo liga: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treino e teste.    b) dois atributos.    c) dois exemplos parecidos.    d) dois rótulos.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A matriz de transição P é obtida: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multiplicando os rótulos.    b) somando todos os pesos.    c) apagando as arestas.    d) normalizando as linhas da matriz de pesos para somarem 1.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O melhor valor de k no experimento do Digits (50 rótulos) foi: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3, com 53,3%.    b) 50, com 90,9%.    c) 10, com 94,0%.    d) 25, com 92,9%.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C: dois exemplos parecidos.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peso da aresta diz o quão parecidos são os exemplos.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D: normalizando as linhas da matriz de pesos para somarem 1.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 = D⁻¹W, de modo que cada linha some 1.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C: 10, com 94,0%.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Ele equilibra conectividade e pureza.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Construindo o grafo: componentes e pureza no Iris e no Wine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Propagation e Spreading no Wine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Pureza, conectividade e acurácia no Breast Cancer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O gamma do kernel RBF depois de padronizar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Abster-se quando a confiança é baixa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Rotulando roupas com 100 rótulos: um painel no Fashion-MNIST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grafo decide tudo: poucos vizinhos desconectam, muitos criam pontes.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 (Parte III): redes neurais essenciais.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8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8 — Métodos em Grafos: Label Propagation e Label Spreading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2026-10-26T18:39:14Z</dcterms:created>
  <dcterms:modified xsi:type="dcterms:W3CDTF">2026-10-26T18:39:14Z</dcterms:modified>
</cp:coreProperties>
</file>