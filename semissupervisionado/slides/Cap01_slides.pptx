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atributo, rótulo, classificação e regressão com exemplos do cotidiano. Insista que o rótulo é a resposta correta, conhecida só para alguns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regra de ouro do livro: nunca usar o teste para decidir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figura como um espectro de quantidade de rótulos. O semissupervisionado vive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exemplos de custo de rotulagem: tempo de especialistas, erros humanos, privacidade.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indutivo × transdutivo reaparece no Cap. 3 e no Label Spreading (Cap.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o conceito de modelo de referência (baseline), que será insistentemente cobrado ao longo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que, com poucos rótulos, a fronteira supervisionada é uma reta que corta as luas; os dados sem rótulo revelam 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à turma exemplos do seu próprio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Etapas: problema, dados, teste separado, referência, método, avaliação, relato.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 que atravessa 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Há poucos exemplos rotulados (as 20 corrigidas) e muitos sem rótulo (as 980). | 2) b — O não supervisionado trabalha só com os atributos. | 3) b — Transdução foca nos exemplos sem rótulo do próprio conjunto de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</a:rPr>
              <a:t>CAPÍTULO 1  ·  PARTE 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Poucos Rótulos, Muitos Dados: Bem-vindo ao Aprendizado Semissupervisionado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Explicar, com suas palavras, o que é aprendizado semissupervisionado e por que ele existe.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Diferenciar os paradigmas supervisionado, não supervisionado, semissupervisionado, auto-supervisionado e por reforço.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por que rotular dados é caro, lento e sujeito a erros.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Definir formalmente o problema (conjunto rotulado, conjunto sem rótulo, objetivo).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Executar seus primeiros experimentos comparando um modelo supervisionado com um semissupervisionado.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 áreas de aplicação e a relação com aprendizado ativo, supervisão fraca e transferência.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Imagine uma biblioteca com 100.000 livros e um único bibliotecário. Ele só consegue etiquetar 100 por semana. O resto fica sem etiqueta. Será que as etiquetas dos 100 livros ajudam a adivinhar as dos outros 99.900?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Essa é a pergunta do livro inteiro.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'aprender com dados'?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Cada exemplo tem atributos X (as características)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E, às vezes, um rótulo y (a resposta certa)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Classificação: y é uma categoria (spam / não spam)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Regressão: y é um número (preço)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X é a ficha do aluno; y é a nota. Treinar é aprender a prever a nota pela ficha.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teste: a honestidade do aprendizado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Treino: onde o modelo aprende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Teste: provas que ele nunca viu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Nota boa no treino não garante nada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 teste fica trancado até o fim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Estudar com o gabarito e fazer a prova com o mesmo gabarito não mede aprendizado.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paradigmas de aprendizado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s paradigmas de aprendizado, comparados pelo tipo de feedback que recebem. Em cada cartão, pontos coloridos representam exemplos com rótulo e pontos cinza, exemplos sem ró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19555"/>
            <a:ext cx="4206240" cy="27387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Supervisionado: todos rotulados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Não supervisionado: nenhum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Semissupervisionado: alguns rótulos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Auto-supervisionado: rótulo inventado dos próprios dados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rótulos são caros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situação típica: poucos exemplos com rótulo na superfície e um oceano de exemplos sem rótulo submers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65191"/>
            <a:ext cx="4206240" cy="24988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Radiologista laudando tomografias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Horas de áudio para transcrever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Dados sem rótulo se acumulam de graça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Rótulos são a ponta do iceberg: poucos, visíveis e caros.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o problema com precisão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Temos X para todos os n exemplos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Temos y só para l deles (l ≪ n)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Indutivo: modelo para qualquer exemplo novo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Transdutivo: rotular o conjunto sem rótulo que já existe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Indutivo é aprender a regra; transdutivo é corrigir só as provas que estão na mesa.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'ajudar'?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Superar o modelo só com os rotulados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No mesmo conjunto de teste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Com a mesma família de modelo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Sem referência, não há ganho a medir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Dizer que um remédio funciona exige comparar com quem não tomou.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primeiro experimento: as duas luas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s duas luas. À esquerda, os dados (estrelas = 4 pontos rotulados). No centro, o modelo treinado só com os 4 rótulos. À direita, o modelo que também usou os 296 pontos sem rótulo. As cores de fundo mostram a região atribuída a cada clas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72338"/>
            <a:ext cx="4206240" cy="1433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Só 4 pontos rotulados (as estrelas)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Os sem rótulo mostram a forma das luas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Um método semissupervisionado segue a curva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é usado?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Seis áreas em que dados sem rótulo abundam e rótulos escasseia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397" y="1143000"/>
            <a:ext cx="4540646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Saúde   ·   Texto   ·   Imagens   ·   Voz   ·   Fraudes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semissupervisionado, passo a passo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s sete etapas de um projeto semissupervisionado. A seta tracejada lembra que o processo é iterativ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795" y="1143000"/>
            <a:ext cx="6431849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" y="406908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Como uma receita: separe os ingredientes (teste) antes de cozinhar.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Dados sem rótulo não são mágica.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CD34D"/>
                </a:solidFill>
              </a:rPr>
              <a:t>Ajudam quando a forma dos dados tem relação com as classes e podem atrapalhar quando não tem.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Rótulo é a resposta correta de um exemplo. Rotular é caro, lento e sujeito a erros.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aprendizado semissupervisionado, temos X para todos os exemplos e y para apenas alguns.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objetivo é superar o modelo supervisionado treinado só com os exemplos rotulados.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Existem duas versões: indutivo (modelo para qualquer exemplo futuro) e transdutivo (rotular o conjunto sem rótulo existente).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ganho é maior quando rótulos são muito escassos e quando as suposições do método combinam com os dados.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scikit-learn, o rótulo -1 significa "desconhecido".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Sempre compare com um modelo de referência supervisionado, em um conjunto de teste separado.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Na história das 1.000 redações, corrigir 20 e usar as outras 980 para perceber semelhanças corresponde 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aprendizado por reforço.    b) aprendizado semissupervisionado.    c) aprendizado supervisionado puro.    d) detecção de anomalias.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Qual paradigma usa apenas X, sem nenhum rótulo?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Supervisionado.    b) Não supervisionado.    c) Semissupervisionado.    d) Classificação binária.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No aprendizado transdutivo, o objetivo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construir um modelo para qualquer exemplo futuro.    b) rotular os exemplos sem rótulo que já temos.    c) apagar os rótulos existentes.    d) agrupar sem usar rótulos.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aprendizado semissupervisionado.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Há poucos exemplos rotulados (as 20 corrigidas) e muitos sem rótulo (as 980).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B: Não supervisionado.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não supervisionado trabalha só com os atributos.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rotular os exemplos sem rótulo que já temos.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Transdução foca nos exemplos sem rótulo do próprio conjunto de treino.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Escondendo rótulos no Breast Cancer Wisconsin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(básico): O modelo de referência supervisionado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Primeiro método semissupervisionado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Quantas vezes o método semissupervisionado vence?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Sensibilidade aos parâmetros no Digits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Vale a pena usar os dados sem rótulo? Um relatório com evidências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Antes de acreditar em um ganho, pergunte: “em comparação com o quê?”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a caixa de ferramentas — Python, probabilidade e avaliação.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 — Poucos Rótulos, Muitos Dados: Bem-vindo ao Aprendizado Semissupervisionado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2026-10-26T18:39:09Z</dcterms:created>
  <dcterms:modified xsi:type="dcterms:W3CDTF">2026-10-26T18:39:09Z</dcterms:modified>
</cp:coreProperties>
</file>