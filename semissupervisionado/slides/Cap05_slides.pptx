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5.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Blum e Mitchell (1998).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dados simulados, o ganho foi +6,9 p.p. com visões independentes e +4,7 com correlação 0,99.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Preste atenção ao equilíbrio de classes nos pseudo-rótulos.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metades de um dígito são bastante dependentes.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negativo reportado com honestidade.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independentes as visões, maior o ganho.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Visões diferentes e informativas fizeram o co-training voltar a funcionar (Exercício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Zhou e Li (2005): dispensa as visões.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de recomendação.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d — Blum e Mitchell apresentaram o co-training em 1998. | 2) a — O co-training piorou 3,3 p.p. em relação à referência justa. | 3) b — Com 13,4% de spam, um modelo que nunca acusa spam teria alta acurácia.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6B6D4"/>
                </a:solidFill>
              </a:rPr>
              <a:t>CAPÍTULO 5  ·  PARTE II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Co-training: Dois Olhares Valem Mais que Um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Explicar a ideia do co-training e o que é uma "visão" dos dados.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Enunciar as duas condições clássicas: suficiência de cada visão e independência condicional.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Implementar o co-training do zero e avaliá-lo com um modelo de referência justo.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Mostrar, com experimentos, como a dependência entre as visões altera o ganho.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Descrever o tri-training como alternativa que dispensa visões.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410565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Reconhecer quando o co-training deve (e quando não deve) ser usado.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5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Para saber se um restaurante é bom, você pode olhar as fotos ou ler as avaliações. Quando as duas contam a mesma história, você confia. Quando a foto é ambígua e a avaliação é clara, uma ensina a outra.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O que acontece se as duas fontes forem cópias uma da outra?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5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do co-training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5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 ideia do co-training: duas visões do mesmo exemplo, dois classificadores que se ensinam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66336"/>
            <a:ext cx="4206240" cy="22965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Duas visões do mesmo exemplo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Um classificador por visão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Cada um ensina o outro com seus palpites mais confiantes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Dois colegas estudam por livros diferentes e trocam as dúvidas resolvidas.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condições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5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Duas visões geradas com ruído independente. Os círculos vermelhos marcam casos ambíguos em uma visão e claros na outra. Nesses casos, um classificador pode &quot;ensinar&quot; o outr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93105"/>
            <a:ext cx="4206240" cy="18429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Suficiência: cada visão basta, sozinha, para classificar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Independência condicional: dada a classe, as visões não se explicam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Se as duas testemunhas copiam uma da outra, a segunda não acrescenta nada.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algoritmo, rodada a rodada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5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Uma rodada de co-training. Os dois classificadores escolhem os exemplos em que estão mais confiantes, e os pseudo-rótulos vão para um conjunto rotulado compartilhad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07664"/>
            <a:ext cx="4206240" cy="216251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Treinar A na visão 1 e B na visão 2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 rotula os mais confiantes para B (e vice-versa)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Repetir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Visões no Digits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5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Duas formas de dividir uma imagem 8×8 em duas visões: metade de cima e metade de baixo; ou pixels sortead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87673"/>
            <a:ext cx="4206240" cy="16024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Metade de cima × metade de baixo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Pixels pares × ímpares (aleatório)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real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5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Resultados no Digits com 50 rótulos (média e desvio de 10 sorteios). Em vermelho, o co-training. Em azul, as referências com as mesmas visões. Em laranja, o self-training com um único mode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15678"/>
            <a:ext cx="4206240" cy="19978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Digits cima/baixo: −3,3 p.p.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Digits aleatório: +0,6 p.p.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 self-training simples foi melhor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Duas visões muito parecidas dão eco, não conselho.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independência muda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5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Ganho do co-training sobre os dois classificadores treinados só com os rotulados, conforme cresce a correlação entre as visões. Os números verdes são os ganhos em pontos percentuai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45505"/>
            <a:ext cx="4206240" cy="24868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Sem dependência: ganho grande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Com dependência forte: ganho cai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 teoria se confirma nos dados simulados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Texto: duas formas de ler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5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À esquerda, as duas visões de uma mensagem. À direita, o F1 da classe spam com 40 rótulos. O co-training não superou a referência com as duas visõ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21178"/>
            <a:ext cx="4206240" cy="15868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Palavras × caracteres: −2,6 p.p.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Palavras × metadados (tamanho, números, maiúsculas): +5,1 p.p.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Ler o conteúdo e olhar a embalagem são olhares realmente diferentes.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Tri-training: sem visões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5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 tri-training e seu resultado no Digits (50 rótulos). A concordância de dois classificadores serve de filtro de confiança para o terceir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05520"/>
            <a:ext cx="4206240" cy="1618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Três classificadores votam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 dois concordam, ensinam o terceiro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No Digits, ficou igual à referência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Júri de três: quando dois concordam, o terceiro aprende.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co-training?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5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Quando há visões naturalmente diferentes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Dados multimodais: imagem + texto, texto + metadados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Caso contrário, prefira o self-training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Co-training: dois classificadores, em duas visões, ensinam um ao outro com seus palpites mais confiantes.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Condições: cada visão suficiente e as visões condicionalmente independentes.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Em dados simulados com visões independentes, o ganho foi grande (+6,9 p.p.) e diminuiu com a dependência (+4,7 p.p. com ρ = 0,99).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Em dados reais sem visões bem diferentes, o co-training não ajudou: Digits cima/baixo (-3,3 p.p.), Digits aleatório (+0,6) e SMS palavras × caracteres (-2,6). Com visões diferentes e informativas (palavras × metadados), o ganho voltou: +5,1 p.p. (Exercício 5).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self-training com um único modelo foi melhor no Digits. O tri-training simplificado ficou igual à referência.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Compare sempre com a referência justa: os mesmos classificadores treinados só com os rotulados.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Acompanhe os pseudo-rótulos por classe. Um erro de ordem de classes derrubou o F1 de 80,7% para 37,8% durante a elaboração do experimento.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5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Quem propôs o co-training, em 1998?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Zhou e Li.    b) Chapelle e Zien.    c) Scudder.    d) Blum e Mitchell.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No Digits, o co-training com visões cima/baixo obteve: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75,5%, abaixo da referência de dois classificadores com as mesmas visões (78,8%).    b) o mesmo valor do self-training.    c) 100%.    d) 95%, muito acima de tudo.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Por que se usou o F1 da classe spam, em vez da acurácia, no experimento de texto?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Porque só há uma classe.    b) Porque as classes são desbalanceadas, e a acurácia pode enganar.    c) Porque o F1 é sempre maior.    d) Porque a acurácia não pode ser calculada.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5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D: Blum e Mitchell.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Blum e Mitchell apresentaram o co-training em 1998.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A: 75,5%, abaixo da referência de dois classificadores com as mesmas visões (78,8%).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 co-training piorou 3,3 p.p. em relação à referência justa.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B: Porque as classes são desbalanceadas, e a acurácia pode enganar.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Com 13,4% de spam, um modelo que nunca acusa spam teria alta acurácia.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5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Visões naturais no Breast Cancer: elas bastam?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(intermediário): Co-training no Breast Cancer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Medindo a dependência entre visões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(avançado): Tri-training com classificadores diferentes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Uma visão de metadados no SMS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Diagnóstico de viabilidade do co-training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5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Dois olhares valem mais que um, desde que sejam olhares diferentes.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capítulo: modelos generativos e o algoritmo EM.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5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5 — Co-training: Dois Olhares Valem Mais que Um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2026-10-26T18:39:12Z</dcterms:created>
  <dcterms:modified xsi:type="dcterms:W3CDTF">2026-10-26T18:39:12Z</dcterms:modified>
</cp:coreProperties>
</file>