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7.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Suposição de baixa densidade.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margem larga dá mais robustez.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convexo: há muitos mínimos locais.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Joachims (1999), versão simplificada.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variou entre +1,1 e +11,7 p.p. conforme o gamma.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Cenários comparados na figura.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Grandvalet e Bengio (2005).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peso λ equilibra a perda supervisionada e a entropia.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d — Mesmo sem rótulo, a distribuição dos pontos revela as regiões vazias. | 2) d — Não há garantia de encontrar o melhor mínimo. | 3) b — Com gamma pequeno a fronteira é suave demais para contornar as luas.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6B6D4"/>
                </a:solidFill>
              </a:rPr>
              <a:t>CAPÍTULO 7  ·  PARTE 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Separação por Baixa Densidade: S3VM, TSVM e Entropia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a suposição de baixa densidade e por que a fronteira deve passar por regiões vazias.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Rever a SVM: margem, perda hinge e o papel de C e gamma.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a S3VM e sua perda não convexa para os exemplos sem rótulo.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Implementar um TSVM simplificado (com troca de rótulos) e avaliá-lo.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Entender por que a proporção de classes precisa ser controlada.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Aplicar a minimização de entropia a um classificador logístico.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Para separar duas torcidas na arquibancada, você coloca a divisa no corredor vazio, não no meio de um grupo de amigos. Quanto mais gente você observa (mesmo sem saber o time), melhor enxerga os corredores.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Onde está a melhor divisa?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configuração, duas fronteiras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mesma configuração de dados com duas fronteiras. A vermelha corta uma região movimentada. A verde passa pelo &quot;campo vazio&quot; entre os grupos. Os pontos cinza, sem rótulo, mostram onde fica o vazi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96175"/>
            <a:ext cx="4206240" cy="16368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Só com os rotulados: fronteira qualquer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Com os sem rótulo: a que passa no corredor vazio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 corredor vazio entre as torcidas.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em cinco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Fronteira de maior margem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Perda hinge nos rotulados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C: equilíbrio entre margem e violações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gamma: flexibilidade do núcleo RBF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Uma rua larga entre dois bairros.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S3VM: a margem também para os sem rótulo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À esquerda, a perda hinge dos exemplos rotulados, convexa. À direita, a perda dos exemplos sem rótulo: um &quot;pico&quot; em f = 0 e dois &quot;vales&quot; em f = ±1. Esta perda não é convex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010986"/>
            <a:ext cx="4206240" cy="15558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Perda extra: max(0, 1 − |f|)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Pune quem cai dentro da margem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Problema não convexo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TSVM: uma implementação simples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TSVM simplificado: SVM inicial, rótulos provisórios com proporção fixa de positivos, peso crescente dos sem rótulo e troca de par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07664"/>
            <a:ext cx="4206240" cy="21625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SVM inicial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Rótulos provisórios com proporção fixa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Peso crescente dos sem rótulo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Troca de pares que violam a margem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TSVM nas duas luas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</a:rPr>
              <a:t>+1,1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p.p. com gamma pequeno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</a:rPr>
              <a:t>+11,7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p.p. com o melhor gamma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 ganho depende de ajustar a flexibilidade do núcleo.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proporção de classes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da SVM só com rotulados, do TSVM sem fixar a proporção de classes e do TSVM com proporção fixa, nos dois cenári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32995"/>
            <a:ext cx="4206240" cy="23118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Sem fixar a proporção, o ganho praticamente desapareceu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 a proporção estiver errada, piora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Minimização de entropia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À esquerda, a curva da entropia. No centro e à direita, as probabilidades previstas para os exemplos sem rótulo, sem entropia (λ = 0) e com entropia (λ = 0,3). Com a penalidade, as previsões ficam concentradas perto de 0 ou 1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45090"/>
            <a:ext cx="4206240" cy="13390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Não rotula: exige confiança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Penaliza a incerteza nos sem rótulo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Parente suave do self-training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professor que exige que o aluno decida entre as alternativas, sem 'meio-termo'.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pesa a entropia?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no teste conforme o peso λ da entropia (dígitos 3 e 8, 6 rótulos, 30 sorteios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87602"/>
            <a:ext cx="4206240" cy="24026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Digits 3 × 8: de 87,6% para 95,7% (λ = 0,3)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λ grande demais perde o ganho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As classes devem ser separadas por regiões vazias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Ajuste gamma e C em validação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Fixe a proporção das classes quando souber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Baixa densidade: a fronteira deve passar por regiões com poucos pontos.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SVM: fronteira de maior margem; perda hinge nos rotulados; C equilibra margem e violações; gamma controla a flexibilidade do núcleo RBF.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S3VM: acrescenta a perda max(0, 1 - |f|) para os exemplos sem rótulo. É não convexa.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TSVM: rótulos provisórios com proporção fixa de positivos, peso crescente dos sem rótulo e troca de pares que violam a margem.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Nas duas luas, o ganho do TSVM foi de +1,1 a +11,7 p.p., dependendo do gamma. Sem a proporção fixa, o ganho praticamente desapareceu.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Minimização de entropia: penaliza a incerteza nos sem rótulo. No Digits 3 x 8, de 87,6% para 95,7% (λ = 0,3), com perda do ganho quando λ é grande demais.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Todo método de baixa densidade exige que as classes sejam separadas por regiões vazias.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Na analogia das duas cidades, os pontos sem rótulo ajudam porque: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dizem o nome de cada cidade.    b) substituem os rótulos.    c) aumentam o tamanho da margem.    d) mostram onde estão as regiões movimentadas e onde estão os campos vazios.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A não convexidade da S3VM implica que: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a solução é sempre única.    b) não é preciso escolher parâmetros.    c) o método não pode ser usado.    d) há vários mínimos locais e a solução depende da inicialização.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Segundo o capítulo, o ganho do TSVM depende do gamma porque: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o gamma define a proporção de classes.    b) o modelo precisa ser flexível o bastante para aproveitar a estrutura revelada pelos dados sem rótulo.    c) o gamma elimina o ruído.    d) o gamma altera o número de rótulos.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D: mostram onde estão as regiões movimentadas e onde estão os campos vazios.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Mesmo sem rótulo, a distribuição dos pontos revela as regiões vazias.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D: há vários mínimos locais e a solução depende da inicialização.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Não há garantia de encontrar o melhor mínimo.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B: o modelo precisa ser flexível o bastante para aproveitar a estrutura revelada pelos dados sem rótulo.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 gamma pequeno a fronteira é suave demais para contornar as luas.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O efeito de C e gamma com poucos rótulos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TSVM no Breast Cancer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Minimização de entropia no Breast Cancer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(avançado): O peso C* do TSVM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Proporção de classes errada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Painel de baixa densidade: SVM, TSVM e entropia em três bases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fronteira certa passa pelo corredor vazio.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métodos em grafos — rótulos que escorrem.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7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7 — Separação por Baixa Densidade: S3VM, TSVM e Entropia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2026-10-26T18:39:13Z</dcterms:created>
  <dcterms:modified xsi:type="dcterms:W3CDTF">2026-10-26T18:39:13Z</dcterms:modified>
</cp:coreProperties>
</file>