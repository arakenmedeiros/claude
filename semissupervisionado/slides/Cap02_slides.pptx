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2.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camada se apoia na anterior. O PyTorch entra no Capítulo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rapidamente uma tabela de dados semissupervisionados, com a coluna de rótulos tendo -1 nos desconhecidos.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geométrica de grafos, vizinhos e agrupamento.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escolha da distância muda vizinhos, grafos e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Breast Cancer, o atributo de maior escala dominava a distância. Padronizar (média 0, desvio 1)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frequências naturais (100 mensagens) para evitar a confusão com probabilidades.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algoritmos do livro seguem este padrão, inclusive os semissupervisionados, que recebem y com 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semissupervisionado, o treino se divide em rotulados e sem rótulo.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poucos rótulos, o sobreajuste é o grande risco (volta no Cap.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Acurácia engana quando as classes são desbalanceadas (Cap.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Vazamento de informação é a causa mais comum de resultados 'bons demais'.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b — O laço for repete o bloco recuado para cada item. | 2) c — 8 × 8 = 64 atributos (pixels), logo 64 dimensões. | 3) a — Média (centro) e desvio padrão (largura) definem a curva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</a:rPr>
              <a:t>CAPÍTULO 2  ·  PARTE 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 Caixa de Ferramentas: Python, Dados, Probabilidade e Avaliação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Escrever e executar programas simples em Python.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Manipular vetores, matrizes e tabelas com NumPy e pandas.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Entender dados como pontos no espaço e medir semelhança com distâncias.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Usar probabilidade básica, o teorema de Bayes e a curva normal.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Preparar dados: padronizar atributos e evitar o vazamento de informação.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10565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Usar a interface padrão do scikit-learn (criar, ajustar, prever, avaliar) e montar um pipeline.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Antes de cozinhar, o chef arruma a bancada: facas, panelas, ingredientes. Com dados é igual. Este capítulo é a sua bancada: Python, vetores, tabelas, probabilidade e as réguas para medir o acerto.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Qual ferramenta você já usa no dia a dia sem perceber?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pilha de ferramentas do livro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 pilha de ferramentas do livro. Cada camada se apoia na de baix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08057"/>
            <a:ext cx="4206240" cy="23617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Python: a linguagem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NumPy: contas com vetores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pandas: tabelas com nomes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matplotlib: gráficos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scikit-learn: os algoritmos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e pandas em uma frase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NumPy: calcula com milhares de números de uma vez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pandas: planilha programável, com colunas nomeadas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Atributos em colunas, exemplos em linhas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NumPy é uma calculadora gigante; pandas é uma planilha que obedece a código.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são pontos no espaço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Uma imagem de dígito do conjunto Digits (UCI) vira um vetor de 64 números. Cada exemplo é uma linha da matriz X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43299"/>
            <a:ext cx="4206240" cy="15426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Uma imagem 8×8 vira 64 números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Cada exemplo é um ponto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Parecidos ficam perto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Um mapa de cidades: perto no mapa, parecido no perfil.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distância é uma decisão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Três maneiras de medir semelhança entre pontos: distância euclidiana (a &quot;linha reta&quot;), Manhattan (as &quot;quadras&quot;) e cosseno (o ângulo entre vetores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67424"/>
            <a:ext cx="4206240" cy="14943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Euclidiana: linha reta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Manhattan: pelas ruas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Cosseno: o ângulo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'A farmácia mais próxima': em linha reta ou pelas ruas?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armadilha da escala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No conjunto Breast Cancer, o raio médio varia de cerca de 6 a 28, e a área média, de 140 a 2.500. No mesmo gráfico, o raio parece constante. Depois de padronizar, os dois atributos têm o mesmo pes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60889"/>
            <a:ext cx="4206240" cy="16560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Raio varia de 7 a 28; área, de 140 a 2500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 atributo grande domina a distância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Padronize antes de usar distâncias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Bayes: atualizar uma crença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teorema de Bayes com frequências naturais. Entre os 200 e-mails que contêm &quot;prêmio&quot;, 160 são spa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34740"/>
            <a:ext cx="4206240" cy="2159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Antes: 20% de chance de spam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Viu a palavra 'grátis': sobe para 80%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Base do Naive Bayes (Cap. 6)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Nuvens escuras mudam sua crença sobre chuva.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do scikit-learn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padrão do scikit-learn: criar, ajustar (fit), prever (predict) e avaliar (score). Um Pipeline encadeia passos que seguem o mesmo contra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3350"/>
            <a:ext cx="4206240" cy="20711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Criar o modelo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fit(X, y): aprender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predict(X): prever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score(X, y): medir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Treino, validação e teste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s partições dos dados. No caso semissupervisionado, o treino se divide em rotulados e sem ró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49084"/>
            <a:ext cx="4206240" cy="193103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Treino: aprender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Validação: escolher parâmetros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Teste: nota final, usada uma vez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Treino = lista de exercícios; validação = simulado; teste = a prova.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Sobreajuste: decorar não é aprender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justando curvas a 14 pontos com ruído. A reta (esquerda) é simples demais. O polinômio de grau 11 (direita) passa por todos os pontos, mas oscila loucamente. O de grau 3 (centro) acompanha o padrão re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26239"/>
            <a:ext cx="4206240" cy="13767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 reta é simples demais (subajuste)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 polinômio de grau alto decora o ruído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 meio-termo generaliza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Quem decora as respostas da lista vai mal na prova.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acurácia não basta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Matriz de confusão de uma regressão logística no conjunto de teste do Breast Cancer (171 exames), tratando &quot;benigno&quot; como a classe positiva, e as métricas que dela decorre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09202"/>
            <a:ext cx="4206240" cy="16107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Matriz de confusão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Precisão: dos alarmes, quantos eram reais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Revocação: dos casos reais, quantos achei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F1: equilíbrio entre os dois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Detector de incêndio: alta revocação toca até com a torrada queimada.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 do semissupervisionado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Esconda rótulos com -1 e sorteie várias vezes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O teste fica de fora de tudo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Vazamento: ajuste tudo só com o treino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Fixe sementes: reprodutibilidade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Quem vê a prova antes de estudar tira 10 sem saber nada.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Python, NumPy, pandas, matplotlib e scikit-learn formam a caixa de ferramentas do livro.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Cada exemplo é um ponto no espaço. Exemplos parecidos ficam próximos.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distância euclidiana é a mais comum. Padronize os atributos antes de usá-la.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Bayes atualiza probabilidades com evidências. A curva normal descreve classes por média e desvio padrão.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 scikit-learn: fit, predict, score, transform. Pipelines encadeiam passos.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Separe treino, validação e teste. A validação cruzada aproveita melhor poucos dados.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Cuidado com subajuste e sobreajuste. Prefira métricas além da acurácia quando as classes forem desbalanceadas.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O comando for, em Python, serve para: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importar bibliotecas.    b) repetir um bloco de código para cada item de uma coleção.    c) comentar o código.    d) calcular a média de um vetor.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Uma imagem de 8 por 8 pixels, tratada como um exemplo, é um ponto em um espaço com quantas dimensões?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8.    b) 16.    c) 64.    d) 2.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Uma distribuição normal (gaussiana) é descrita por: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a média e o desvio padrão.    b) o número de exemplos e o número de classes.    c) a precisão e a revocação.    d) o treino e o teste.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B: repetir um bloco de código para cada item de uma coleção.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 laço for repete o bloco recuado para cada item.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C: 64.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8 × 8 = 64 atributos (pixels), logo 64 dimensões.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A: a média e o desvio padrão.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Média (centro) e desvio padrão (largura) definem a curva normal.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NumPy e pandas com o conjunto Wine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(básico): Quem é o vizinho mais próximo? O efeito da escala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Uma curva normal por classe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(intermediário): Escolhendo k com validação cruzada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Caçando o vazamento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Montando a bancada de testes semissupervisionados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 teste é sagrado: quem espia a prova não mede aprendizado.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capítulo: quando e por que os dados sem rótulo ajudam (e quando atrapalham).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2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2 — A Caixa de Ferramentas: Python, Dados, Probabilidade e Avaliação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2026-10-26T18:39:09Z</dcterms:created>
  <dcterms:modified xsi:type="dcterms:W3CDTF">2026-10-26T18:39:09Z</dcterms:modified>
</cp:coreProperties>
</file>