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10.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Bachman et al. (2014); Sajjadi et al. (2016).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KL pesa bem mais que o MSE com o mesmo peso (Exercício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perda supervisionada e a rampa evitam o colapso.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Temporal Ensembling: alvo = média das previsões de épocas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 com fator 0,99.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Xie et al. (2020).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referência subiu de 90,2% para 93,2% com 1.500 passos. Π e MT não ganharam de modo claro.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Escolher o peso olhando o teste seria vazamento.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Retornos decrescentes.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Diferenças menores que o ruído não são evidência.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d — A perda mede a discordância entre previsões. | 2) a — O professor é atualizado pela média dos pesos do aluno. | 3) b — Com perturbação fraca, a coerência é fácil e informa pouco.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</a:rPr>
              <a:t>CAPÍTULO 10  ·  PARTE III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Regularização por Consistência: Π-model, Mean Teacher e UDA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a ideia de consistência: versões perturbadas do mesmo exemplo devem receber a mesma previsão.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Descrever o Π-model, o Temporal Ensembling, o Mean Teacher e a UDA.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Implementar esses métodos em PyTorch com uma única função e comparar com a referência supervisionada.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Entender o papel da rampa de peso, da perturbação e do peso da perda de consistência.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Medir quanto os dados sem rótulo ajudam e identificar riscos de avaliação.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Uma professora mostra a mesma foto a dois alunos: uma normal, outra girada e com um borrão. Ela não diz o que é, mas exige que os dois deem a mesma resposta. Isso já elimina respostas instáveis, sem saber a resposta certa.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Dá para treinar sem rótulo apenas exigindo coerência?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de consistência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 regularização por consistência: versões perturbadas do mesmo exemplo devem receber a mesma previsão, mesmo sem saber a clas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91858"/>
            <a:ext cx="4206240" cy="15941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Versões perturbadas do mesmo exemplo → mesma previsão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Não precisa de rótulo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Baseia-se na suavidade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perda em duas partes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Perda supervisionada (rotulados)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+ peso × perda de consistência (sem rótulo)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Erro quadrático ou KL medem a discordância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Nota da prova + nota por coerência nas respostas.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colapso e a rampa de peso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 rampa de peso usada nos experimentos deste capítulo: w sobe suavemente de 0 a seu valor máximo durante o primeiro quarto dos pass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357096"/>
            <a:ext cx="4206240" cy="23150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Prever sempre a mesma classe tem consistência perfeita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rampa começa em zero e sobe devagar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Primeiro aprenda com o professor; só depois discuta com os colegas.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jeitos de pedir consistência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82296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Três jeitos de pedir consistência. O Temporal Ensembling, não desenhado, usa como alvo a média das previsões de épocas anterior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380" y="1143000"/>
            <a:ext cx="4450681" cy="269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Π-model   ·   Mean Teacher   ·   UDA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Teacher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Aluno: a rede treinada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Professor: média móvel dos pesos do aluno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Só o aluno recebe gradiente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O professor é mais estável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 média móvel do preço de uma ação suaviza as oscilações.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Alvo da versão fraca; aluno vê a versão forte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Afiamento: temperatura 0,4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Máscara de confiança: só passa ≥ 0,95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principal (MNIST, 100 rótulos)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luno e professor EMA em cada método, no MNIST com 100 rótulos e 10.000 imagens sem ró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59770"/>
            <a:ext cx="4206240" cy="2509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Referência: 93,2%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Π-model 93,9% · Mean Teacher 93,6%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UDA: 96,0%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 professor EMA da própria referência já ajuda (94,1%).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e perturbação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À esquerda, efeito do peso da consistência. À direita, efeito do tipo de perturbação (peso 1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88900"/>
            <a:ext cx="4206240" cy="160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Pesos maiores ajudam o Mean Teacher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Com peso 1, o tipo de perturbação não aparece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dado sem rótulo?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UDA no MNIST com 100 rótulos: acurácia conforme o número de imagens sem ró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88480"/>
            <a:ext cx="4206240" cy="2600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UDA: ganho já com 1.000 imagens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Depois, satura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 entre execuções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≈ 1 p.p.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variação entre execuções equivalentes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</a:rPr>
              <a:t>≥ 5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sorteios para decidir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Uma balança que varia 1 kg não mede 300 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Consistência: versões perturbadas do mesmo exemplo devem receber a mesma previsão, o que não exige rótulo.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Π-model: duas perturbações, mesma rede. Temporal Ensembling: alvo = média das previsões das épocas anteriores. Mean Teacher: alvo do professor, média móvel dos pesos. UDA: alvo da versão fraca, afiado e filtrado por confiança, aluno na versão forte.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rampa de peso e a perda supervisionada evitam o colapso para uma solução trivial.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MNIST com 100 rótulos, a referência com 1.500 passos foi de 93,2% (e o professor EMA dela, 94,1%).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Π-model (93,9%) e Mean Teacher (93,6%) não superaram a referência de modo claro; a UDA obteve 96,0%, com ganho em todos os sorteios.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UDA já mostra ganho com 1.000 imagens sem rótulo, e depois satura.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ruído entre execuções é da ordem de 1 ponto; decida com vários sorteios.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Por que a consistência pode ser calculada em exemplos sem rótulo?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Porque duplica o conjunto de teste.    b) Porque usa o rótulo verdadeiro escondido.    c) Porque troca o rótulo por um valor aleatório.    d) Porque compara duas previsões entre si, sem precisar do rótulo verdadeiro.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No Mean Teacher, quem recebe o gradiente é: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somente o aluno.    b) somente o professor.    c) nenhum dos dois.    d) os dois igualmente.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Por que o aumento de dados forte é importante nos métodos de consistência?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Porque reduz o número de classes.    b) Porque a perturbação precisa ser realista e variada o bastante para a coerência ensinar algo.    c) Porque elimina o dropout.    d) Porque substitui o professor.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D: Porque compara duas previsões entre si, sem precisar do rótulo verdadeiro.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 perda mede a discordância entre previsões.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A: somente o aluno.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 professor é atualizado pela média dos pesos do aluno.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B: Porque a perturbação precisa ser realista e variada o bastante para a coerência ensinar algo.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 perturbação fraca, a coerência é fácil e informa pouco.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A perda de consistência à mão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(básico): A média móvel exponencial suaviza o ruído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Consistência nas duas luas, com uma MLP em PyTorch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(avançado): O limiar de confiança da UDA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O fator da média móvel no Mean Teacher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Rotulando roupas com consistência: UDA e Mean Teacher no Fashion-MNIST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Um bom método de consistência exige perturbações que preservam a classe.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pseudo-rótulos modernos — MixMatch e FixMatch.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10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10 — Regularização por Consistência: Π-model, Mean Teacher e UDA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2026-10-26T18:39:14Z</dcterms:created>
  <dcterms:modified xsi:type="dcterms:W3CDTF">2026-10-26T18:39:14Z</dcterms:modified>
</cp:coreProperties>
</file>