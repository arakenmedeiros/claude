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13.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Truque da reparametrização: z = μ + σ·ε.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VAE com z de 20 dimensões.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cores são só para desenhar.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VAE guarda o que serve para reconstruir, não o que separa as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versão simplificada, com orçamento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Salimans et al. (2016); feature matching.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normalização por lotes resolveu o colapso nesta configuração.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aparece só com treino longo.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Modelos de difusão são os geradores mais usados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Os generativos podem usar exemplos sem rótulo. | 2) a — Mas costuma perder informação. | 3) c — Usa os rótulos nos exemplos rotulados.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</a:rPr>
              <a:t>CAPÍTULO 13  ·  PARTE III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Modelos Generativos Profundos: VAE e GAN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a ideia de aprender a distribuição dos dados (modelar p(x)) para ajudar a classificar.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o autocodificador variacional (VAE), o espaço latente e o VAE semissupervisionado (M2).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as GANs e a GAN semissupervisionada com discriminador de várias classes.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VAE, M2 e GAN semissupervisionada em PyTorch.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Interpretar resultados modestos e negativos e entender por que esses métodos perderam espaço.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 pintor passa anos copiando dígitos e aprende como eles são feitos. Quando alguém lhe dá poucos exemplos com nome, ele já entende as formas e só precisa dar o nome.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Aprender a gerar ajuda a classificar?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autocodificador variacional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autocodificador variacion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84110"/>
            <a:ext cx="4206240" cy="18609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Codificador: comprime em z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Decodificador: reconstrói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z é sorteado de uma distribuição (μ e σ)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Perda: reconstrução + KL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Resumir uma história e recontá-la a partir do resumo.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VAE gera dígitos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Linha de cima: imagens de teste. Do meio: reconstruções pelo VAE de 20 dimensões. De baixo: imagens geradas sorteando z da normal padr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111602"/>
            <a:ext cx="4206240" cy="1354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Reconstruções fiéis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Imagens geradas reconhecíveis, mas borradas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latente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os códigos de 3.000 imagens de teste no VAE de 2 dimensões (as cores indicam o dígito, usadas só para desenhar). À direita, as imagens decodificadas ao percorrer uma grade do espaço lat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38517"/>
            <a:ext cx="4206240" cy="19521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Classes parcialmente separadas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Transições suaves: do 1 ao 6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mapa em que andar um pouco muda um pouco o dígito.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VAE ajudou a classificar?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72,6%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reg. logística sobre z (VAE)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76,5%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reg. logística sobre pixels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Para desenhar importa a espessura do traço, não o número.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o VAE com rótulo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Classificador q(y|x), codificador q(z|x,y), decodificador p(x|y,z)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Sem rótulo: soma sobre as 10 classes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Resultado: não superou a referência (74,8–75,5% × 76,1–76,4%)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GANs: o falsificador e o detetive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GAN semissupervisionada: o discriminador classifica os dígitos e distingue o real do fal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41469"/>
            <a:ext cx="4206240" cy="1946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Gerador cria falsas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Discriminador separa real de falso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Na versão semissupervisionada, também classifica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Falsificador × detetive: os dois melhoram na disputa.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gerador depois de 2.000 passos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Imagens produzidas pelo gerador, depois de 2.000 passos de treino. Reconhecem-se traços de dígitos, mas com muito defei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71254"/>
            <a:ext cx="4206240" cy="18353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Traços de dígitos, com defeitos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Primeira versão sofreu colapso de modos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semissupervisionada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77,8%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 2.000 passos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75,8%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mesmo discriminador, só rotulados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 5.000 passos (um sorteio): 82,6% contra 77,3%.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perderam espaço?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Gerar é mais difícil que classificar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Treino delicado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UDA (96,0%), FixMatch (95,2%) e SimCLR (91,8%) ficaram muito à frente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Mas servem para gerar dados, detectar anomalias e mais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Modelos generativos aprendem p(x) com todos os dados e usam isso para classificar p(y|x).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VAE tem codificador, espaço latente (z sorteado de uma distribuição) e decodificador; a perda soma reconstrução e KL. Ele gera dígitos reconhecíveis.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100 rótulos no MNIST, a regressão logística sobre z (VAE) teve 72,6%, abaixo dos pixels (76,5%).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M2 não superou o classificador treinado só com os rotulados (74,8% a 75,5% contra 76,1% a 76,4%).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Na GAN semissupervisionada, o discriminador classifica em 10 classes e o gerador usa feature matching; com 2.000 passos, ganho de cerca de 2 pontos (77,8% contra 75,8%), mas abaixo da referência com poucos passos; com 5.000 passos (um sorteio), cerca de 5 pontos.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GANs sofrem com colapso de modos e sensibilidade a hiperparâmetros.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 nossa configuração, os métodos deste capítulo ficaram muito atrás da UDA (96,0%), do FixMatch (95,2%) e do SimCLR (91,8%).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A diferença entre modelos generativos e discriminativos é que os generativos: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só funcionam com texto.    b) modelam a distribuição dos dados, e os discriminativos modelam diretamente p(y|x).    c) não usam redes neurais.    d) não usam dados.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O espaço latente com 2 dimensões é útil porque: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permite visualizar como o VAE organiza os exemplos.    b) elimina a perda.    c) dispensa o decodificador.    d) melhora sempre a classificação.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Na GAN semissupervisionada de Salimans et al., o discriminador: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não usa os rótulos.    b) só distingue real de falso.    c) classifica as imagens em K classes e também distingue real de falso.    d) gera imagens.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modelam a distribuição dos dados, e os discriminativos modelam diretamente p(y|x).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Os generativos podem usar exemplos sem rótulo.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A: permite visualizar como o VAE organiza os exemplos.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Mas costuma perder informação.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C: classifica as imagens em K classes e também distingue real de falso.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Usa os rótulos nos exemplos rotulados.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A divergência KL do VAE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Autocodificador, PCA e pixels no Digits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A dimensão do espaço latente do VAE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O peso da classificação no M2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Mais passos para a GAN semissupervisionada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Detectando exemplos "de fora" com um VAE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Saber gerar não é o mesmo que saber classificar.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 (Parte IV): classificando texto.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13 — Modelos Generativos Profundos: VAE e GAN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2026-10-26T18:39:16Z</dcterms:created>
  <dcterms:modified xsi:type="dcterms:W3CDTF">2026-10-26T18:39:16Z</dcterms:modified>
</cp:coreProperties>
</file>