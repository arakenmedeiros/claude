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4.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Envoltório: funciona com qualquer classificador que dê probabilidades.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as rodadas na figura e a barra de confiança.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Digits, um limiar mais exigente (0,99) deu o melhor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Limiar baixo aceita muito, limiar alto aprende pouco.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limiar significa coisas diferentes para modelos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3 rótulos por classe, o kNN não gerava pseudo-rótulos úteis.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 o que não funcionou.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Volta no Cap. 11 com o Pseudo-Label e o FixMatch.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histórico de self-training em linguagem natural (1995).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b — Treina-se com os rotulados, prevê-se nos sem rótulo, seleciona-se os confiantes e incorpora-se ao treino. | 2) b — Pseudo-rótulos só são aceitos se a confiança for no mínimo igual ao limiar. | 3) a — A regressão logística ganhou 4,3 p.p., sendo melhor em 10 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6B6D4"/>
                </a:solidFill>
              </a:rPr>
              <a:t>CAPÍTULO 4  ·  PARTE II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Self-training: Aprendendo com os Próprios Palpites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 o ciclo do self-training (autotreinamento) e o papel dos pseudo-rótulos.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Implementar o self-training do zero, em poucas linhas de Python.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Usar o SelfTrainingClassifier do scikit-learn e entender seus parâmetros.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 por que a confiança do modelo é o ponto crítico e como o limiar a controla.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Escolher (e desconfiar de) o classificador-base, reconhecendo o papel da calibração das probabilidades.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10565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Reconhecer quando o self-training não ajuda e como o viés de confirmação aparece.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Você aprende uma língua nova e começa a adivinhar palavras pelo contexto. Depois usa os palpites para entender frases novas. Se acertou, aprende mais rápido. Se errou, vai reforçar o erro.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Você confiaria nos seus palpites mais seguros?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do self-training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ciclo do self-training: treinar, prever, selecionar os palpites confiantes e incorporá-los ao treino. O processo se repete até não haver mais palpites confiant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41970"/>
            <a:ext cx="4206240" cy="23452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Treinar com os rotulados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Prever os sem rótulo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Escolher os palpites confiantes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Adicionar como pseudo-rótulos e repetir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 aluno corrige a própria prova e estuda com as correções.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Self-training em duas classes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Self-training em duas classes. A fronteira é recalculada a cada rodada, com os pontos que já ganharam rótulo ou pseudo-rótulo (coloridos). Mostramos a semente de ganho mediano em 40 sorteios, e não a melho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127554"/>
            <a:ext cx="4206240" cy="13227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 fronteira se desloca a cada rodada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Pseudo-rótulos entram dos mais confiantes aos menos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scikit-learn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sklearn.semi_supervised import SelfTrainingClassifier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LogisticRegression(max_iter=3000)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 = SelfTrainingClassifier(base, threshold=0.9)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st.fit(X_treino, y_parcial)   # -1 = sem rótulo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st.score(X_teste, y_teste)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Resultado real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508760"/>
            <a:ext cx="288036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155448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limiar 0,75  ...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limiar 0,99  melhor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Digits, 50 rótulos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5661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O limiar equilibra quantidade e qualidade dos pseudo-rótulos.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limiar de confiança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efeito do limiar de confiança no Digits (50 rótulos). À esquerda, quantos exemplos entram na primeira rodada. À direita, o acerto desses pseudo-rótulos e a acurácia final no tes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29157"/>
            <a:ext cx="4206240" cy="15708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Baixo: muitos pseudo-rótulos, mais erros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Alto: poucos, mas confiáveis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Procure o equilíbrio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Quem só confia em 'tenho certeza absoluta' aprende devagar, mas não erra.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calibração importa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Calibração de três classificadores treinados com 50 rótulos no Digits, avaliados nos exemplos sem rótulo. No eixo horizontal, a confiança média do modelo; no vertical, a fração de acertos. A linha tracejada é a calibração perfeita. A floresta aleatória nunca chega a 0,9 de confianç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20552"/>
            <a:ext cx="4206240" cy="15880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0,9 de confiança não significa 90% de acerto em todo modelo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Modelos mal calibrados enganam o filtro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Um termômetro que marca 2 graus a mais engana a sua decisão.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classificador-base decide tudo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</a:rPr>
              <a:t>+4,3 p.p.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regressão logística como base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320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20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−13,3 p.p.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8691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k vizinhos como base (desbalanceou as classes)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 mesmo método, com bases diferentes, ajuda ou atrapalha.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bases reais da UCI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À esquerda, ganho do self-training em três bases da UCI com 20 rótulos. À direita, ganho no Digits com 100 rótulos quando uma fração deles está errad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022030"/>
            <a:ext cx="4206240" cy="15337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Pima, Sonar e Ionosphere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Não houve ganho claro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Resultados negativos fazem parte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central: viés de confirmação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O método reforça o que já 'acredita'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Erros confiantes viram alvo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Rótulos iniciais com ruído pioram tudo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Quem só lê notícias que concordam com ele fica cada vez mais convicto, certo ou errado.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clássico: Yarowsky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 ideia de Yarowsky, ilustrada com a palavra &quot;planta&quot;. Poucas regras-semente rotulam algumas frases. A partir delas, o método descobre novas pistas (como &quot;máquinas&quot; e &quot;chuva&quot;) e rotula as demais frases. O exemplo é ilustrativ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86343"/>
            <a:ext cx="4206240" cy="22051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Desambiguar 'planta' (fábrica × vegetal)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Poucas regras iniciais, muito texto sem rótulo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 contexto vira o 'classificador'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Self-training: treinar, prever, selecionar os palpites confiantes, incorporá-los como pseudo-rótulos e repetir.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É um envoltório de qualquer classificador com predict_proba. No scikit-learn: SelfTrainingClassifier.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limiar de confiança equilibra quantidade e qualidade dos pseudo-rótulos. No Digits, um limiar mais exigente (0,99) deu o melhor resultado.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calibração importa: o mesmo limiar significa coisas diferentes para modelos diferentes.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classificador-base decide tudo. Regressão logística: +4,3 p.p.; k vizinhos: -13,3 p.p. (desbalanceou as classes).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Em três bases da UCI (Pima, Sonar, Ionosphere), não houve ganho claro.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viés de confirmação é o risco central: o método reforça o que já "acredita".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Qual é a ordem correta dos passos de uma rodada do self-training?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Selecionar, treinar, incorporar, prever.    b) Treinar, prever, selecionar os confiantes, incorporar.    c) Prever, incorporar, treinar, selecionar.    d) Incorporar, selecionar, prever, treinar.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O parâmetro threshold do SelfTrainingClassifier representa: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o número de rodadas.    b) a confiança mínima para aceitar um pseudo-rótulo.    c) o número de vizinhos.    d) a proporção de dados de teste.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Qual classificador-base teve o melhor ganho (e melhor em todos os 10 sorteios) no experimento?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Regressão logística (+4,3 p.p.).    b) k vizinhos.    c) Floresta aleatória.    d) Naive Bayes gaussiano (+1,9 p.p.).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B: Treinar, prever, selecionar os confiantes, incorporar.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Treina-se com os rotulados, prevê-se nos sem rótulo, seleciona-se os confiantes e incorpora-se ao treino.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B: a confiança mínima para aceitar um pseudo-rótulo.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Pseudo-rótulos só são aceitos se a confiança for no mínimo igual ao limiar.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A: Regressão logística (+4,3 p.p.).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 regressão logística ganhou 4,3 p.p., sendo melhor em 10 de 10.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Self-training manual no Wine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(básico): O limiar no Breast Cancer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Cinco classificadores-base no Wine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(intermediário): Quão confiável é a confiança?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Limiar decrescente (currículo)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Auditoria de um self-training e seleção balanceada por classe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 self-training é um laço: treinar, prever, confiar, repetir. Funciona enquanto os palpites estão certos.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co-training, dois olhares valem mais que um.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4 — Self-training: Aprendendo com os Próprios Palpites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2026-10-26T18:39:11Z</dcterms:created>
  <dcterms:modified xsi:type="dcterms:W3CDTF">2026-10-26T18:39:11Z</dcterms:modified>
</cp:coreProperties>
</file>