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11.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Sohn et al.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 de minimizar a entropia.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Arazo et al.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versão do MixMatch é simplificada.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superaram a referência, em todos os sorteios; a UDA ficou à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precisão foi medida só para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sorteio, incerteza de cerca de 1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inicial define a qualidade dos alvos.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Alvos só 72 a 82% corretos; ganhos modestos.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b — É o self-training do Capítulo 4, aplicado a redes neurais. | 2) b — Um pseudo-rótulo fácil, na versão fraca, ensina algo útil na versão difícil. | 3) b — Mais qualidade, menos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</a:rPr>
              <a:t>CAPÍTULO 11  ·  PARTE III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Pseudo-rótulos Modernos: Pseudo-Label, MixMatch e FixMatch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Relacionar os pseudo-rótulos dos métodos profundos com o self-training do Capítulo 4.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o Pseudo-Label, o mixup, o MixMatch e o FixMatch.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o papel do aumento fraco e forte, do limiar de confiança e do viés de confirmação.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Comparar os métodos com a referência supervisionada e com a UDA do Capítulo 10.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 a qualidade dos pseudo-rótulos (fração e precisão) e o efeito de ter muito poucos rótulos.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 aluno que corrige a própria prova pode aprender com acertos e reforçar erros. Os métodos modernos mantêm a ideia de usar palpites como rótulos, mas com filtros e provas mais difíceis.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Como evitar que um erro confiante vire verdade?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FixMatch em uma figura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FixMatch: a previsão na versão fraca, se confiante, vira o alvo da versão for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99916"/>
            <a:ext cx="4206240" cy="2029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Versão fraca → palpite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 confiança ≥ 0,95: vira pseudo-rótulo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versão forte treina para acertar esse alvo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Fácil para propor a resposta, difícil para treinar o aluno.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 (Lee, 2013)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 classe mais provável vira rótulo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Entropia cruzada como se fosse verdadeiro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Sem limiar: todos entram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viés de confirmação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ciclo do viés de confirm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08477"/>
            <a:ext cx="4206240" cy="18122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erro vira alvo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rede aprende o erro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confiança sobe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Boato repetido vira verdade.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e MixMatch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Mixup entre um &quot;1&quot; e um &quot;3&quot;: a imagem e o rótulo são misturados na mesma propor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271116"/>
            <a:ext cx="4206240" cy="10356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Mistura imagens e rótulos com λ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MixMatch: média e afiamento das previsões, mixup e MSE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ReMixMatch: alinha a distribuição das classes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 (MNIST, 100 rótulos)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no teste da referência supervisionada e dos três métodos de pseudo-rótulos. A linha tracejada marca a UDA do Capítulo 10 (96,0%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29999"/>
            <a:ext cx="4206240" cy="25178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Referência 93,2%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Pseudo-Label 94,3%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MixMatch 94,9% · FixMatch 95,2%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UDA do Cap. 10: 96,0%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× qualidade dos alvos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filtro de confiança do FixMatch: menos exemplos, mas quase todos corret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24782"/>
            <a:ext cx="4206240" cy="25796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Pseudo-Label: 100% dos exemplos, 92,3% corretos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FixMatch: 72,9% dos exemplos, 98,8% corretos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Menos respostas, mais certeza.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de confiança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Efeito do limiar no FixMatch: à esquerda, quantidade e qualidade dos alvos; à direita, acurácia no tes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92879"/>
            <a:ext cx="4206240" cy="15920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Alvos: menos quantidade, mais qualidade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Acurácia quase não mudou (94,9% a 96,1%)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rótulos: o Pseudo-Label desaba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Referência, Pseudo-Label e FixMatch com 10, 30 e 100 rótulos no MNI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47984"/>
            <a:ext cx="4206240" cy="253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 rótulo por dígito: referência 62,3%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Pseudo-Label: 27,9% (!)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FixMatch: 69,4%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Quem aprende com o primeiro palpite errado nunca se corrige.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Fashion-MNIST os ganhos encolhem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81,7%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precisão dos alvos do FixMatch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+1,8 a +2,6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p.p. sobre a referência (2 sorteios)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Pseudo-Label usa a classe mais provável como rótulo; o FixMatch só aceita pseudo-rótulos confiantes (limiar 0,95) da versão fraca e os usa para treinar a versão forte; o MixMatch combina média e afiamento de previsões com mixup.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MNIST com 100 rótulos (três sorteios), a referência supervisionada obteve 93,2%; o Pseudo-Label, 94,3%; o MixMatch simplificado, 94,9%; o FixMatch, 95,2%. A UDA do Capítulo 10 obteve 96,0% na mesma configuração.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filtro do FixMatch aceita 72,9% dos exemplos, e 98,8% deles são corretos; sem filtro, só 92,3% estão corretos.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limiar quase não alterou a acurácia (94,9% a 96,1%), embora altere a quantidade e a qualidade dos alvos.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1 rótulo por dígito, o Pseudo-Label desabou para 27,9% (referência: 62,3%), enquanto o FixMatch subiu para 69,4%.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maior risco é o viés de confirmação, e a melhor defesa é medir a precisão dos alvos e comparar com uma referência forte.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O método Pseudo-Label (Lee, 2013) consiste em: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usar apenas exemplos rotulados.    b) treinar a rede também nos exemplos sem rótulo, usando a classe mais provável prevista como rótulo.    c) apagar exemplos difíceis.    d) trocar a rede por um classificador linear.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Uma razão para o aumento forte ajudar no FixMatch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torna o gradiente zero.    b) dificulta a tarefa, forçando a rede a reconhecer a classe apesar das distorções.    c) elimina a necessidade de rótulos.    d) reduz o número de exemplos.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Um limiar de confiança muito alto tende 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eliminar o uso de redes.    b) aceitar poucos pseudo-rótulos, aproveitando pouco os dados sem rótulo.    c) aceitar todos os pseudo-rótulos.    d) tornar os alvos pouco confiáveis.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B: treinar a rede também nos exemplos sem rótulo, usando a classe mais provável prevista como rótulo.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É o self-training do Capítulo 4, aplicado a redes neurais.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B: dificulta a tarefa, forçando a rede a reconhecer a classe apesar das distorções.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Um pseudo-rótulo fácil, na versão fraca, ensina algo útil na versão difícil.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aceitar poucos pseudo-rótulos, aproveitando pouco os dados sem rótulo.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Mais qualidade, menos quantidade.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Mixup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(básico): Quantos pseudo-rótulos passam pelo limiar?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O viés de confirmação em ação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A força do aumento no FixMatch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A temperatura do afiamento no MixMatch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Pseudo-rótulos para roupas: FixMatch, Pseudo-Label e o limiar no Fashion-MNIST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Quem aprende com os próprios palpites precisa de um filtro e de provas difíceis.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aprendizado auto-supervisionado e contrastivo.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11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11 — Pseudo-rótulos Modernos: Pseudo-Label, MixMatch e FixMatch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2026-10-26T18:39:15Z</dcterms:created>
  <dcterms:modified xsi:type="dcterms:W3CDTF">2026-10-26T18:39:15Z</dcterms:modified>
</cp:coreProperties>
</file>