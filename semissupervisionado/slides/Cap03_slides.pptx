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3.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scikit-learn, predict é indutivo e transduction_ é transdutivo; os resultados diferem (Cap.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Pergunta-chave: a forma dos dados diz algo sobre as classes?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método do livro é a tradução de uma ou mais suposições.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experimento central do capítulo: a mesma técnica, dois cenários, resultados opostos.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50 rótulos fixos, o Label Spreading só superou a referência depois de uma quantidade mínima de dados sem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Oliver et al. (2018) chamam isso de class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restante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 forte, vários sorteios, comparação pareada, parâmetros sem olhar o teste, mesma população.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guia inicial, sempre sujeito a teste no seu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a — Os dados sem rótulo (endereços) só ajudam se sua estrutura se relaciona com o rótulo (voto). | 2) b — A fronteira deve atravessar o "campo vazio" entre os grupos. | 3) b — O cruzamento ocorreu perto de 100 (86,4% contra 86,3%).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</a:rPr>
              <a:t>CAPÍTULO 3  ·  PARTE 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Quando e Por Que Funciona: Suposições, Taxonomia e Avaliação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por que dados sem rótulo podem ajudar e quando podem não ajudar ou até prejudicar.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Diferenciar o aprendizado indutivo do transdutivo e saber como avaliar cada um.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Enunciar as suposições de suavidade, de agrupamento (baixa densidade) e de variedade.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Reconhecer, por experimentos, o efeito da quantidade e da qualidade dos dados sem rótulo.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a taxonomia dos métodos semissupervisionados e relacioná-la aos capítulos do livro.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Planejar uma avaliação realista, com modelo de referência forte e validação cuidadosa.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 professor corrige 20 redações e estima a nota das outras 980 pela semelhança entre elas. Funciona se redações parecidas merecem notas parecidas. E se a nota depende de algo que a semelhança não enxerga?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Quando 'parecido' quer dizer 'mesma resposta'?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versões do problema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No aprendizado indutivo, o resultado é um modelo que vale para qualquer exemplo novo. No transdutivo, o resultado são os rótulos do próprio conjunto sem ró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30507"/>
            <a:ext cx="4206240" cy="2116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Indutivo: um modelo para exemplos futuros, avaliado em teste separado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Transdutivo: rotular o conjunto sem rótulo que existe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Reporte sempre qual você usa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dados sem rótulo ajudam?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Eles informam sobre p(x), a forma dos dados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Os rótulos informam sobre p(y|x)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Só ajudam se a forma estiver ligada às classes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Ver onde as pessoas se agrupam ajuda a traçar a divisa entre torcidas.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suposições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s três suposições. Esquerda: suavidade (pontos próximos têm valores próximos). Centro: agrupamento (cada grupo tende a ter uma classe, e a fronteira passa onde há poucos pontos). Direita: variedade (os dados seguem uma curva, e o que importa é a distância ao longo dela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60593"/>
            <a:ext cx="4206240" cy="14566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Suavidade: pontos próximos, mesmo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Agrupamento / baixa densidade: fronteira em regiões vazias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Variedade: dados em uma superfície de baixa dimensão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ajuda, quando prejudica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as duas luas: a classe coincide com o grupo. No centro, grupos cruzados: os grupos são &quot;em cima&quot; e &quot;embaixo&quot;, mas a classe é &quot;esquerda&quot; ou &quot;direita&quot;. À direita, o ganho médio dos métodos semissupervisionados sobre o modelo de referênc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82080"/>
            <a:ext cx="4206240" cy="1465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Duas luas: classe = grupo, o método ajuda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Grupos cruzados: classe ≠ grupo, o método piora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No cruzado, o self-training perdeu 8,8 p.p.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 a opinião não aparece na semelhança, a semelhança engana.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importa (com retornos decrescentes)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Com 50 rótulos fixos, o Label Spreading só supera o modelo de referência quando recebe pelo menos cerca de 100 exemplos sem rótulo. Depois, o ganho cresce e vai se acomodand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19600"/>
            <a:ext cx="4206240" cy="25386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Poucos dados sem rótulo: ganho pequeno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Mais dados: ganho cresce e satura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Os primeiros valem mais que os últimos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importa: descasamento de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Dígitos 0 a 4 com 25 rótulos. Quando os exemplos sem rótulo incluem dígitos de fora (5 a 9), o ganho cai. No self-training, o ganho desaparece. As barras de erro mostram ±1 desvio padrão em 20 sortei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85807"/>
            <a:ext cx="4206240" cy="2257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Dígitos 0–4 rotulados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Sem rótulo contêm também 5–9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Quanto mais 'intrusos', menor o ganho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Pedir ajuda a quem fala outra língua piora a tradução.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taxonomia dos métodos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a organização dos métodos semissupervisionados. Os rótulos &quot;Caps.&quot; indicam onde cada família é estudada neste liv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931" y="1143000"/>
            <a:ext cx="4171579" cy="269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Envoltórios   ·   Pré-processamento   ·   Intrinsecamente semissupervisionados   ·   Grafos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perguntas para avaliar com honestidade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Cinco perguntas para uma avaliação realista, baseadas no estudo de Oliver et al. (2018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024" y="1143000"/>
            <a:ext cx="4795391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0233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" y="406908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Antes de aplaudir o campeão, olhe o adversário que ele enfrentou.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começar?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 guia rápido para escolher por onde começar. Ele não é uma regra, e sim um ponto de parti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050" y="1143000"/>
            <a:ext cx="5431339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Dados sem rótulo informam sobre p(x). Só ajudam se a forma dos dados estiver ligada às classes.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Há três suposições: suavidade, agrupamento (baixa densidade) e variedade.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Indutivo: produz um modelo geral e é avaliado em um teste separado. Transdutivo: rotula o conjunto sem rótulo existente.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Os dados sem rótulo podem prejudicar quando as suposições não valem. Em nosso experimento, o self-training perdeu 8,8 p.p. no cenário de grupos cruzados.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ganho depende da quantidade (retornos decrescentes) e da qualidade (descasamento de classes reduz o ganho) dos dados sem rótulo.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Os métodos se organizam em envoltórios, pré-processamento não supervisionado, intrinsecamente semissupervisionados e grafos.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avaliação honesta exige modelo de referência forte, vários sorteios, comparação pareada e parâmetros escolhidos sem olhar o teste.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Na história da pesquisa eleitoral, os dados sem rótulo ajudam quando: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endereço dos eleitores tem relação com o voto.    b) o voto é independente do endereço.    c) há menos de 20 entrevistados.    d) todos moram no mesmo prédio.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A suposição de baixa densidade afirma que a fronteira de decisão deve passar por: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uma região com muitos pontos.    b) uma região com poucos pontos.    c) o centro de cada classe.    d) o ponto de maior densidade.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Com 50 rótulos, o Label Spreading só superou a referência quando recebeu cerca de quantos exemplos sem rótulo?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10.    b) 100.    c) 1.000.    d) Nunca superou.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A: o endereço dos eleitores tem relação com o voto.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Os dados sem rótulo (endereços) só ajudam se sua estrutura se relaciona com o rótulo (voto).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B: uma região com poucos pontos.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fronteira deve atravessar o "campo vazio" entre os grupos.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100.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cruzamento ocorreu perto de 100 (86,4% contra 86,3%).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O termômetro da suavidade: vizinhos de mesma classe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Quanto ruído a suposição de agrupamento aguenta?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Quantos exemplos sem rótulo, com 20 rótulos?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Uma "dose" de intrusos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Transdutivo ou indutivo: transduction_ versus predict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Diagnóstico de viabilidade: vale a pena semissupervisionar este conjunto?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Dados sem rótulo só ajudam quando a forma dos dados conversa com as classes.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 (Parte II): o self-training, o método mais simples.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3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3 — Quando e Por Que Funciona: Suposições, Taxonomia e Avaliação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2026-10-26T18:39:10Z</dcterms:created>
  <dcterms:modified xsi:type="dcterms:W3CDTF">2026-10-26T18:39:10Z</dcterms:modified>
</cp:coreProperties>
</file>