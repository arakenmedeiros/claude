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18.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Capítulo 18, Seção 18.2.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único, com os módulos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intervalos excluem o zero, mas só três superam a referência forte.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Sorteio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18.4.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18.6.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c — As suposições do Capítulo 3. | 2) a — Capítulo 8. | 3) a — Capítulo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</a:rPr>
              <a:t>CAPÍTULO 18  ·  PARTE V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Projeto Integrador Final: do Diagnóstico à Recomendação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Reunir as ferramentas do livro em um projeto completo, do diagnóstico dos dados ao relatório final.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Seguir um roteiro de dez passos para um projeto semissupervisionado honesto.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Comparar métodos clássicos, profundos e de representação com sorteios pareados e intervalos de confiança.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Analisar o resultado por classe e redigir uma recomendação com as limitações.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Aplicar o mesmo roteiro a outro conjunto de dados, à sua escolha.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Você é o responsável por um projeto novo. A empresa tem 50 mil imagens de dígitos e só pagou a rotulação de 100. O diretor pergunta: dá para tirar proveito das outras 49.900? Qual método? Quanto vamos acertar? E se errar, onde?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Ele quer uma resposta honesta, não um número bonito.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roteiro de dez passos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1 Problema · 2 Teste separado · 3 Diagnóstico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4 Referência forte · 5 Métodos declarados antes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6 Hiperparâmetros sem o teste · 7 Sorteios pareados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8 Análise por classe · 9 Recomendação · 10 Reprodutibilidade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Uma receita: confira os ingredientes antes de cozinhar.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resolvido: MNIST com 100 rótulos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10.000 imagens sem rótulo, 5 sorteios pareados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Sete métodos: pixels, Label Spreading, CNN, Pseudo-Label, FixMatch, UDA, SimCLR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Hiperparâmetros fixados antes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91,8% das arestas ligam imagens da mesma classe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Os dígitos formam grupos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Os métodos de grafo devem funcionar razoavelmente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Diferença de cada método para a referência forte (CNN só com rotulados), com o intervalo de confiança de 95% por bootstrap. Verde: o intervalo exclui o zero, acima; vermelho: abaix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32121"/>
            <a:ext cx="4206240" cy="19649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CNN só com rotulados: 93,2%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UDA 96,0% · FixMatch 95,4% · Pseudo-Label 94,9%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SimCLR 92,0% · Label Spreading 88,0%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Contra o adversário fraco, todos pareciam campeões.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dígito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UDA ganha em 8 dos 10 dígitos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Grandes ganhos no 0, no 4 e no 5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Perde levemente no 3 e no 8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recomendação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CNN com aumento + UDA ou FixMatch: de 93,2% para 95,4–96,0%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Não recomendamos Label Spreading nem SimCLR neste orçamento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Limitações: 5 sorteios, MNIST, CPU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Riscos: pseudo-rótulos amplificam erros; revisão humana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Um bom parecer cita números, admite limites e inclui o que não funcionou.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ir depois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Modelos pré-treinados e de fundação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Rotulagem ativa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Supervisão fraca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Rótulos ruidosos e adaptação de domínio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Dados sintéticos e incerteza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roteiro de dez passos: entender o problema, separar o teste, diagnosticar, referência forte, métodos declarados antes, validação sem teste, sorteios pareados, análise por classe, recomendação, reprodutibilidade.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MNIST com 100 rótulos (5 sorteios pareados): regressão logística 76,6%, Label Spreading 88,0%, CNN só com rotulados 93,2%, SimCLR + sonda 92,0%, Pseudo-Label 94,9%, FixMatch 95,4%, UDA 96,0%.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Contra a referência forte, três métodos ganham (+1,7; +2,3; +2,9) e dois perdem (Label Spreading, SimCLR); contra a referência fraca, parecia que todos ganhavam.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ordem entre UDA e FixMatch não é estatisticamente firme com cinco sorteios.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análise por classe mostrou ganhos grandes em alguns dígitos e perdas leves em outros.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recomendação deve citar números, admitir limites e incluir os resultados negativos.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Dados sem rótulo ajudam quando: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são muito numerosos, sempre.    b) não têm nenhuma estrutura.    c) a estrutura deles tem relação com os rótulos (suavidade, agrupamento, variedade).    d) são de outra população.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No kernel RBF com gamma padrão, no Digits sem padronizar: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o resultado foi ruim (10%), pois os pesos do grafo viraram zero.    b) o grafo se tornou conexo.    c) o grafo ficou denso e útil.    d) o resultado foi perfeito.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O SimCLR aproxima: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duas versões aumentadas do mesmo exemplo e afasta os demais.    b) pesos da rede.    c) o teste do treino.    d) exemplos da mesma classe, usando rótulos.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C: a estrutura deles tem relação com os rótulos (suavidade, agrupamento, variedade).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As suposições do Capítulo 3.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A: o resultado foi ruim (10%), pois os pesos do grafo viraram zero.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Capítulo 8.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A: duas versões aumentadas do mesmo exemplo e afasta os demais.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Capítulo 12.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Diagnóstico de viabilidade no Digits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O protocolo completo no Wine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Calibração e abstenção no Digits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Quantos rótulos vale o Label Spreading?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Reprodutibilidade: sementes e variação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Projeto integrador final: do diagnóstico ao relatório, em duas bases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método importa menos do que a avaliação.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Obrigado pela jornada. Agora, mãos à obra no seu projeto!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18 — Projeto Integrador Final: do Diagnóstico à Recomendação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2026-10-26T18:39:17Z</dcterms:created>
  <dcterms:modified xsi:type="dcterms:W3CDTF">2026-10-26T18:39:17Z</dcterms:modified>
</cp:coreProperties>
</file>