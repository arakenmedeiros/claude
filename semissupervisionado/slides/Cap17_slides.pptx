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17.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Oliver et al. (2018).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Maldição do vencedor: o excesso de otimismo foi 1,4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Efron e Tibshirani (1993); Demšar (2006).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vale é a medição em cada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Cap. 13 um VAE sinalizou exemplos 'de fora' (AUC 0,82).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guia: sempre sujeito a teste no seu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 nº 13.709/2018.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17.8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c — É uma forma de vazamento. | 2) d — −0,5 ponto, com intervalo [−2,0; +0,9]. | 3) c — Foi o ganho mais robusto no Capítulo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</a:rPr>
              <a:t>CAPÍTULO 17  ·  PARTE IV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Avaliação, Armadilhas, Escolha de Métodos e Ética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Reconhecer as principais armadilhas de avaliação em aprendizado semissupervisionado.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Medir o otimismo de escolher hiperparâmetros no teste e usar validação nos rotulados.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Comparar métodos de forma pareada, com intervalos de confiança e testes estatísticos.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Escolher um método de acordo com o tipo de dado e o contexto.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Discutir riscos éticos, de privacidade e de reprodutibilidade.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Uma clínica ouviu: 'com 50 exames rotulados chegamos a 94,5%'. A diretora perguntou: foi medido em exames novos? Quantas configurações vocês testaram? E um classificador comum, quanto faz? As respostas: 'mais ou menos', 'umas doze' e 'não medimos'.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Ela deveria assinar o contrato?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armadilhas clássicas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Referência fraca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Ajuste no teste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Validação irreal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Poucos sorteios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Descasamento de classes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Vazamento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Resultados negativos omitidos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escolher no teste?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94,5%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escolhida no teste (errado)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223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23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93,1%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594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escolhida por validação cruzada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17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17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86,5%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2788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média das 12 configurações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Escolher o melhor de 12 candidatos usando a própria prova.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pareada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Mesmos rotulados em cada sorteio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Média, intervalo de confiança (bootstrap), vitórias e derrotas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Wilcoxon e teste t pareado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Digits, 30 sorteios pareados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CA3AF"/>
                </a:solidFill>
              </a:rPr>
              <a:t>−0,5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self-training: IC [−2,0; +0,9], 13/16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+7,9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Label Spreading: IC [+7,2; +8,5], 30/0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valor-p pequeno não diz que o efeito é grande.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dados sem rótulo atrapalham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Classes ausentes dos rotulados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Deriva ao longo do tempo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Outra fonte (outra câmera, outro hospital)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método escolher?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 fluxo de decisão para escolher o ponto de partida. O desempenho depende dos dados: use como hipótese, e verifique contra a referênc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4582" y="1143000"/>
            <a:ext cx="5626276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responsabilidade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Pseudo-rótulos amplificam vieses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Meça por subgrupos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Privacidade e consentimento (LGPD)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Humano no ciclo em decisões de alto risco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Reprodutibilidade e custo ambiental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Um estagiário que corrige os próprios erros sem supervisão pode repetir os vícios do chefe.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relatório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Problema, dados e divisão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Referência forte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Métodos e hiperparâmetros (escolhidos como?)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Sorteios, média, desvio e intervalo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Resultados negativos e limitações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Riscos éticos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As armadilhas de Oliver et al. (2018): referência fraca, ajuste no teste, validação irreal, poucos sorteios, descasamento de classes, vazamento, métrica inadequada e resultados negativos omitidos.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Escolher 1 de 12 configurações no teste deu 94,5%; por validação cruzada nos rotulados, 93,1%; a média foi 86,5%.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Compare de forma pareada, com intervalo de confiança e testes: o self-training teve −0,5 ponto ([−2,0; +0,9], p = 0,75) e o Label Spreading, +7,9 pontos (30 vitórias em 30).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Os dados sem rótulo devem vir da mesma população; cuidado com descasamento de classes e deriva.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Não há "melhor método" universal: a escolha depende do tipo de dado e precisa ser testada.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Pseudo-rótulos amplificam vieses: meça por subgrupos e mantenha humanos no ciclo.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Reporte tudo: sorteios, intervalos, limitações e resultados negativos.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Ajustar hiperparâmetros olhando o conjunto de teste: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é obrigatório.    b) é a prática recomendada.    c) produz estimativas otimistas, pois o teste deixa de ser independente.    d) não afeta os resultados.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No experimento pareado do capítulo, o self-training (limiar 0,7) obteve, em relação à regressão logística: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ganho em todos os sorteios.    b) ganho de 8 pontos.    c) perda de 20 pontos.    d) diferença média pequena e negativa, não distinguível de zero.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Para texto com poucos rótulos, a ação com mais retorno vista no livro foi: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aumentar o limiar do self-training.    b) usar o Label Spreading sempre.    c) aprender uma representação com o texto sem rótulo (LSA ou modelo pré-treinado).    d) usar mais camadas.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C: produz estimativas otimistas, pois o teste deixa de ser independente.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É uma forma de vazamento.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D: diferença média pequena e negativa, não distinguível de zero.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−0,5 ponto, com intervalo [−2,0; +0,9].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C: aprender uma representação com o texto sem rótulo (LSA ou modelo pré-treinado).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Foi o ganho mais robusto no Capítulo 14.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Intervalo de confiança por bootstrap à mão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A maldição do vencedor: vários métodos que são todos iguais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Descasamento de classes no Digits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Validação cruzada x conjunto de validação minúsculo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Desempenho por subgrupo (classe)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Auditoria de um resultado: o "ganho" do Label Spreading no Breast Cancer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Antes de acreditar em um ganho, pergunte: em comparação com o quê?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o projeto integrador final.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17 — Avaliação, Armadilhas, Escolha de Métodos e Ética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2026-10-26T18:39:16Z</dcterms:created>
  <dcterms:modified xsi:type="dcterms:W3CDTF">2026-10-26T18:39:16Z</dcterms:modified>
</cp:coreProperties>
</file>