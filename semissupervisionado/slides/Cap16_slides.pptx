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16.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VIME e SCARF adaptam a auto-supervisão a tabelas.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todas as 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referência bem escolhida pesa tanto quanto 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Temperaturas de Melbourne, 1981–1990.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+9,6 pontos no Label Spreading com 150 rótulos.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negativo.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b — Por isso se padroniza e se escolhe atributos com cuidado. | 2) c — Com poucos exemplos, o resultado varia muito. | 3) d — Cada janela compartilha 29 dias com a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</a:rPr>
              <a:t>CAPÍTULO 16  ·  PARTE IV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Dados Tabulares e Séries Temporais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Entender os desafios de aplicar métodos semissupervisionados a dados tabulares e a séries temporais.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Medir, em oito bases, quando o self-training e o Label Spreading ajudam e quando prejudicam.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Aplicar self-training com gradient boosting em um conjunto tabular grande (Adult).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Transformar uma série temporal em atributos de janelas e avaliar com divisão no tempo.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Perceber o vazamento causado por janelas sobrepostas e a deriva dos dados.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Sensores medem temperatura, vibração e consumo de centenas de máquinas a cada minuto. Quando uma falha ocorre, o técnico anota o defeito, mas só em poucos casos. O resto são milhões de leituras sem rótulo.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Elas ajudam a reconhecer os defeitos?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tabelas são difíceis?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Atributos heterogêneos, escalas diferentes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Sem aumentos naturais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O agrupamento nem sempre existe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Árvores (gradient boosting) são referências fortes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Em uma foto, 'girar' faz sentido. Em uma ficha de cliente, o que é girar a renda?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bases, 5 rótulos por classe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+7,1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Label Spreading no Digits (p.p.)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223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223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+6,8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594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Glass, mas ± 10,1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417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17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−8,4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2788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Ionosphere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Claro em uma base, incerto em duas, nulo ou negativo em cinco.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Adult: renda acima de 50 mil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48.842 pessoas, 23,9% positivas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Regressão logística balanceada: 63,5% (100 rótulos)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Self-training com gradient boosting: 56,7% (não ajudou)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Com 500 rótulos: 66,3% (ganho pequeno)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temporais: do tempo à tabela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Janela deslizante de 30 dias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Atributos: média, desvio, mínimo, máximo, tendência, autocorrelação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Rótulo: estação do ano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Resumir cada mês do clima em uma ficha.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vazamento das janelas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da regressão logística, do 1-vizinho e do Label Spreading, com cada divisão, para 30 e 150 rótul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91267"/>
            <a:ext cx="4206240" cy="16466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Janelas vizinhas dividem 29 dos 30 dias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corte aleatório é otimista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Divida no tempo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Copiar da colega ao lado e achar que sabe a matéria.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Label Spreading não ajudou na série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Abaixo da regressão logística nas 4 combinações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Os atributos já separam as estações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bem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Referência supervisionada forte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Padronize antes de usar distâncias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Meça em várias bases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Em séries, divida no tempo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Considere rotular mais (ativamente)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Tabelas e séries têm poucas transformações naturais, atributos heterogêneos e muitas vezes nenhum agrupamento claro.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 8 bases (5 rótulos por classe), o ganho foi claro só no Digits (self-training +5,1; Label Spreading +7,1), incerto no Glass e no Iris e nulo ou negativo em Wine, Breast Cancer, Sonar, Ionosphere e Pima.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Adult (100 rótulos), o self-training com gradient boosting não ajudou (56,7% contra 58,2%, e 63,5% da regressão logística); com 500, ganho de 1,4 ponto na F1 positiva (66,3% contra 64,9%).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 séries, o corte aleatório de janelas sobrepostas é otimista (por exemplo, 85,3% contra 82,1%; 83,3% contra 73,7% no Label Spreading com 150 rótulos): divida no tempo.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Label Spreading não ajudou na série de temperaturas.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Relate todas as bases, inclusive onde o método falha.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Em dados tabulares, um problema para métodos que usam distância (grafos, k-vizinhos)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uso de GPUs.    b) atributos de escalas diferentes e irrelevantes dominarem a distância.    c) falta de rótulos apenas.    d) excesso de dados.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O desvio entre sorteios em bases pequenas (Iris, Sonar)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sempre menor que 1 ponto.    b) zero.    c) grande, e as diferenças entre métodos podem ser ruído.    d) irrelevante.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Uma janela deslizante de 30 dias com passo 1 gera janelas: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sem nenhuma relação.    b) independentes entre si.    c) que nunca se repetem.    d) que se sobrepõem muito entre si.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B: atributos de escalas diferentes e irrelevantes dominarem a distância.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Por isso se padroniza e se escolhe atributos com cuidado.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C: grande, e as diferenças entre métodos podem ser ruído.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 poucos exemplos, o resultado varia muito.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D: que se sobrepõem muito entre si.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Cada janela compartilha 29 dias com a seguinte.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Atributos de uma janela à mão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O vazamento some quando as janelas não se sobrepõem?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Sonar: escala, redução de dimensão e Label Spreading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(avançado): O estimador-base do self-training: regressão logística x floresta aleatória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Quantos dados sem rótulo no Adult?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Rotulagem ativa x aleatória no Adult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Em séries temporais, o futuro é o único teste honesto.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avaliação, armadilhas, escolha de métodos e ética.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16 — Dados Tabulares e Séries Temporais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2026-10-26T18:39:16Z</dcterms:created>
  <dcterms:modified xsi:type="dcterms:W3CDTF">2026-10-26T18:39:16Z</dcterms:modified>
</cp:coreProperties>
</file>