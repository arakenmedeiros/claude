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15.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Xiao et al. (2017).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aumento forte do Cap. 9 piorou mais de 5 pontos.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ordem dos métodos não é estável, e há só 2 sorteios.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sorteio, 100 rótulos.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Guo et al. (2017).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Calculamos a curva no teste só para ilustrar; o limiar real vem da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Exercício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c — Os métodos obtêm acurácias menores. | 2) a — Mais rótulos reduzem a necessidade dos dados sem rótulo. | 3) c — Ordena-se o teste pela confiança.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0B981"/>
                </a:solidFill>
              </a:rPr>
              <a:t>CAPÍTULO 15  ·  PARTE IV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Imagens na Prática: Roupas com Poucos Rótulos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Aplicar redes e métodos semissupervisionados a um conjunto de imagens mais difícil que o MNIST.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Descobrir que o aumento de dados adequado depende do tipo de imagem.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Comparar a referência supervisionada, o Pseudo-Label, o FixMatch e a UDA com 100, 300 e 1.000 rótulos.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Analisar o desempenho por categoria e identificar onde os métodos ajudam ou atrapalham.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Usar a confiança do modelo para decidir quando responder e quando encaminhar a uma pessoa.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Uma loja online recebe milhares de fotos de roupas por dia. A equipe rotula 100 por semana. Há milhares sem rótulo. A gerente pergunta: 'os métodos modernos funcionam aqui?'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Camisa, camiseta, pulôver e casaco parecem iguais em 28×28 pixels. E agora?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Fashion-MNIST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Uma imagem de cada categoria do Fashion-MNIS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295656"/>
            <a:ext cx="4206240" cy="9865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70.000 imagens 28×28, 10 tipos de roupa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Parte de cima: muito parecida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Mais difícil que o MNIST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aumento de dados também depende do problema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curácia da CNN supervisionada com 100 rótulos no Fashion-MNIST, para seis tipos de aumen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23093"/>
            <a:ext cx="4206240" cy="23830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Sem aumento: 71,6%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Moderado: 71,1%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Moderado + espelhar: 68,9%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Forte: 66,5%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 remédio que cura um paciente pode piorar outro.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métodos lado a lado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certo no teste para cada método e número de rótulos no Fashion-MNIS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12905"/>
            <a:ext cx="4206240" cy="21520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100 rótulos: ganhos de ~1 ponto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300: Pseudo-Label e UDA +3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1.000: praticamente nenhum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ajuda e onde atrapalha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certo por categoria no Fashion-MNIST, com 100 rótulos (um sorteio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49664"/>
            <a:ext cx="4206240" cy="232987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Camisa: 17% a 33%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Calça, sandália e bota: &gt;90%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Pulôver oscila muito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 média esconde a categoria em que o sistema falha.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e calibração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908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94,8%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confiança média com 100 rótulos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22320" y="1280160"/>
            <a:ext cx="25908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22320" y="141732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70,6%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59480" y="23774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acurácia real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41720" y="1280160"/>
            <a:ext cx="25908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1720" y="141732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5,6%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278880" y="23774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ECE com 1.000 rótulos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Um aluno que se diz 95% seguro e acerta 70% está superconfiante.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sistema não deve responder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curácia nas fotos respondidas, conforme a fração respondida, com 1.000 rótulos (um sorteio): referência e FixMatch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64448"/>
            <a:ext cx="4206240" cy="2500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Responder só os 80% mais confiantes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Acurácia sobe para 90–91%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Os 20% restantes vão para uma pessoa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 app do banco que pede para você confirmar o valor do cheque.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Rotular mais ou usar o método?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Referência: 71,9% → 77,6% → 82,2% → 84,7% (100, 300, 1.000, 3.000 rótulos)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Ganho de 3 pontos ≈ dobrar o conjunto rotulado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Compare com o custo de rotular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bem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Escolha o aumento sem olhar o teste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Compare com a referência por número de rótulos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Desconfie de rankings com poucos sorteios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Analise por categoria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Use abstenção com calibração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Fashion-MNIST é mais difícil que o MNIST: classes parecidas (camisa, camiseta, pulôver, casaco).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aumento de dados não ajudou (sem aumento: 71,6%; moderado: 71,1%) e o forte piorou (66,5%). Espelhar + moderado: 68,9%.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Com 100 rótulos, os métodos semissupervisionados ganharam cerca de 1 ponto (72,2% a 72,5% contra 71,2%); com 300, o Pseudo-Label e a UDA ganharam cerca de 3 pontos (79,2% e 79,3% contra 76,3%) e o FixMatch 0,5; com 1.000, praticamente nada.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ordem dos métodos não é estável, e as diferenças são da ordem do ruído (dois sorteios).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Por categoria, a camisa é a pior (17% a 33%); os métodos ajudam em vestido, tênis e bolsa e prejudicam camiseta e (em alguns) pulôver.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abstenção com a confiança do modelo permite automatizar parte das fotos com acerto maior; a calibração importa.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Comparado ao MNIST, o Fashion-MNIST é: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sem classes.    b) igual.    c) mais difícil, com classes visualmente parecidas (camisa, camiseta, pulôver, casaco).    d) mais fácil.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A tendência geral nos dados sem rótulo, observada ao variar os rótulos, é de que o ganho: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diminua quando há mais rótulos.    b) seja negativo sempre.    c) seja constante.    d) aumente sempre com mais rótulos.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A curva acurácia x fração respondida mostra: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o número de épocas.    b) o tamanho do lote.    c) a acurácia obtida ao responder só as imagens mais confiantes.    d) o erro de treino.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C: mais difícil, com classes visualmente parecidas (camisa, camiseta, pulôver, casaco).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Os métodos obtêm acurácias menores.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A: diminua quando há mais rótulos.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Mais rótulos reduzem a necessidade dos dados sem rótulo.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C: a acurácia obtida ao responder só as imagens mais confiantes.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Ordena-se o teste pela confiança.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O que a regressão logística confunde no Fashion-MNIST?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(intermediário): Confiança, calibração e abstenção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Quanto dado sem rótulo o FixMatch usa bem?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(avançado): Ajuste fino do SimCLR no Fashion-MNIST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O valor de um rótulo no Fashion-MNIST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Painel de qualidade: fotos de roupa com abstenção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Quando o ganho é pequeno, talvez rotular mais seja o melhor investimento.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dados tabulares e séries temporais.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15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15 — Imagens na Prática: Roupas com Poucos Rótulos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2026-10-26T18:39:16Z</dcterms:created>
  <dcterms:modified xsi:type="dcterms:W3CDTF">2026-10-26T18:39:16Z</dcterms:modified>
</cp:coreProperties>
</file>