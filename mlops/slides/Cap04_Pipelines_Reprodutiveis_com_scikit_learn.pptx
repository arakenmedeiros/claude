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Pipelines Reprodutíveis com scikit-learn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o papel de um pipeline como "linha de montagem" do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Usar `Pipeline` e `ColumnTransformer` para unir pré-processamento e modelo.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Demonstrar, com um experimento, como o pré-processamento fora do pipeline causa vazamento.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Criar transformadores personalizados compatíveis com o scikit-learn.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Separar configuração e código e fixar fontes de aleatoriedade.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Salvar e recarregar um pipeline completo com segurança, verificando versões.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06B6D4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Organizar o treino como um script reprodutível, executável por linha de comando.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A fábrica de sucos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Lavar, descascar, espremer, filtrar, engarrafar.
Se alguém pula uma etapa ou muda a ordem, o suco sai diferente.
Pipeline = linha de montagem do modelo.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Pipeline: a linha de montagem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4_li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13" y="1325880"/>
            <a:ext cx="10278493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O mesmo molde vale para treino e produção.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 linguagem do scikit-learn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Estimador</a:t>
            </a:r>
            <a:r>
              <a:rPr sz="2800" b="0">
                <a:solidFill>
                  <a:srgbClr val="1F2937"/>
                </a:solidFill>
                <a:latin typeface="Calibri"/>
              </a:rPr>
              <a:t>: aprende com `fit(X, y)`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Transformador</a:t>
            </a:r>
            <a:r>
              <a:rPr sz="2800" b="0">
                <a:solidFill>
                  <a:srgbClr val="1F2937"/>
                </a:solidFill>
                <a:latin typeface="Calibri"/>
              </a:rPr>
              <a:t>: também `transform(X)` (ex.: StandardScaler)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Preditor</a:t>
            </a:r>
            <a:r>
              <a:rPr sz="2800" b="0">
                <a:solidFill>
                  <a:srgbClr val="1F2937"/>
                </a:solidFill>
                <a:latin typeface="Calibri"/>
              </a:rPr>
              <a:t>: `predict(X)` (ex.: LogisticRegression)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API descrita por Buitinck et al. (2013); biblioteca: Pedregosa et al. (2011)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`fit` só vê o treino.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No teste e na produção: apenas `transform` e `predict`.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Um Pipeline em quatro linhas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pipe = Pipeline([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("padronizar", StandardScaler()),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("modelo", LogisticRegression(max_iter=1000)),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])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pipe.fit(Xtr, ytr)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Uma chamada treina tudo, em ordem. Prever aplica tudo, igual.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experimento do vazamento escondido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4_vaz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865" y="1325880"/>
            <a:ext cx="672978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Dados aleatórios: fora do pipeline, “descobre” 78%; dentro, volta a 50%.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Escolher as questões depois da prova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Marcar “as que o aluno acertou” e dizer que ele estudou aquilo.
A seleção de atributos olhou o gabarito.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ColumnTransformer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4_col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412" y="1325880"/>
            <a:ext cx="853469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Cada grupo de colunas segue seu caminho de tratamento.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Dados reais são misturados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Numéricas: </a:t>
            </a:r>
            <a:r>
              <a:rPr sz="2800" b="1">
                <a:solidFill>
                  <a:srgbClr val="06B6D4"/>
                </a:solidFill>
                <a:latin typeface="Calibri"/>
              </a:rPr>
              <a:t>mediana + padronização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Categóricas: </a:t>
            </a:r>
            <a:r>
              <a:rPr sz="2800" b="1">
                <a:solidFill>
                  <a:srgbClr val="06B6D4"/>
                </a:solidFill>
                <a:latin typeface="Calibri"/>
              </a:rPr>
              <a:t>moda + one-hot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`handle_unknown="ignore"`: categoria nova não quebra a produção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Receba a </a:t>
            </a:r>
            <a:r>
              <a:rPr sz="2800" b="1">
                <a:solidFill>
                  <a:srgbClr val="06B6D4"/>
                </a:solidFill>
                <a:latin typeface="Calibri"/>
              </a:rPr>
              <a:t>linha crua</a:t>
            </a:r>
            <a:r>
              <a:rPr sz="2800" b="0">
                <a:solidFill>
                  <a:srgbClr val="1F2937"/>
                </a:solidFill>
                <a:latin typeface="Calibri"/>
              </a:rPr>
              <a:t>: elimina o desvio treino–serviço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Transformador personalizado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class RazaoRendaIdade(BaseEstimator, TransformerMixin):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def fit(self, X, y=None):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return self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def transform(self, X):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X = X.copy()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X["renda_por_idade"] = X["renda"] / X["idade"].clip(lower=1)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return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Obedeceu à API (fit/transform) e entra em qualquer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Configuração fora do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Um só lugar: JSON, YAML ou dicionário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Mudar experimento </a:t>
            </a:r>
            <a:r>
              <a:rPr sz="2800" b="1">
                <a:solidFill>
                  <a:srgbClr val="06B6D4"/>
                </a:solidFill>
                <a:latin typeface="Calibri"/>
              </a:rPr>
              <a:t>sem mexer no código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Cada execução guarda a sua configuração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Revisão e rastreabilidade mais fáceis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Controle as fontes de acaso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Divisão treino/teste e validação cruzada: `random_state`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Algoritmos aleatórios: `random_state`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NumPy: `default_rng(semente)`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Teste: treinar </a:t>
            </a:r>
            <a:r>
              <a:rPr sz="2800" b="1">
                <a:solidFill>
                  <a:srgbClr val="06B6D4"/>
                </a:solidFill>
                <a:latin typeface="Calibri"/>
              </a:rPr>
              <a:t>duas vezes</a:t>
            </a:r>
            <a:r>
              <a:rPr sz="2800" b="0">
                <a:solidFill>
                  <a:srgbClr val="1F2937"/>
                </a:solidFill>
                <a:latin typeface="Calibri"/>
              </a:rPr>
              <a:t> e comparar o hash das previsões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Fixe também versões e ordem dos dados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Salvando 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`joblib.dump` do pipeline </a:t>
            </a:r>
            <a:r>
              <a:rPr sz="2800" b="1">
                <a:solidFill>
                  <a:srgbClr val="06B6D4"/>
                </a:solidFill>
                <a:latin typeface="Calibri"/>
              </a:rPr>
              <a:t>inteiro</a:t>
            </a:r>
            <a:r>
              <a:rPr sz="2800" b="0">
                <a:solidFill>
                  <a:srgbClr val="1F2937"/>
                </a:solidFill>
                <a:latin typeface="Calibri"/>
              </a:rPr>
              <a:t> + versão do scikit-learn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1">
                <a:solidFill>
                  <a:srgbClr val="06B6D4"/>
                </a:solidFill>
                <a:latin typeface="Calibri"/>
              </a:rPr>
              <a:t>Nunca abra</a:t>
            </a:r>
            <a:r>
              <a:rPr sz="2800" b="0">
                <a:solidFill>
                  <a:srgbClr val="1F2937"/>
                </a:solidFill>
                <a:latin typeface="Calibri"/>
              </a:rPr>
              <a:t> pickle/joblib de origem desconhecida: pode executar código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Alternativas: skops, ONNX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treino como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Roda de ponta a ponta, </a:t>
            </a:r>
            <a:r>
              <a:rPr sz="2800" b="1">
                <a:solidFill>
                  <a:srgbClr val="06B6D4"/>
                </a:solidFill>
                <a:latin typeface="Calibri"/>
              </a:rPr>
              <a:t>sem cliques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Parâmetros por linha de comando (`argparse`)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Salva pipeline, métricas, configuração e hash dos dados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06B6D4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Pronto para a CI e para o orquestrador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Dois sentidos da palavra “pipeline”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640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Pipeline do scikit-learn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Dentro do código Python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Pré-processamento + modelo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Um objeto com fit/predict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2120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Pipeline de MLOps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2120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fluxo maior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Ingestão → validação → treino → avaliação → registro → implantação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Organizado como </a:t>
            </a:r>
            <a:r>
              <a:rPr sz="1900" b="1">
                <a:solidFill>
                  <a:srgbClr val="F59E0B"/>
                </a:solidFill>
                <a:latin typeface="Calibri"/>
              </a:rPr>
              <a:t>DAG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Pipeline junta pré-processamento e modelo em um só objeto: reprodutível e livre de vazamento.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`fit` só vê o treino; `transform` e `predict` são usados em teste e produção.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Seleção ou padronização fora da validação cruzada vaza informação e infla resultados.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`ColumnTransformer` trata cada tipo de coluna de um jeito; `handle_unknown="ignore"` protege contra categorias novas.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Transformadores personalizados obedecem à API (`fit`/`transform`).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Configuração fora do código, sementes fixas e teste de reprodutibilidade.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Salve o pipeline inteiro junto da versão das bibliotecas; nunca abra arquivos `pickle` desconhecidos.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treino de produção é um script com parâmetros, não um notebook.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06B6D4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1">
                <a:solidFill>
                  <a:srgbClr val="06B6D4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06B6D4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06B6D4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