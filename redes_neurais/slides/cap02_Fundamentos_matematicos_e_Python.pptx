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2: Fundamentos matemáticos e Python.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pré-requisitos: tudo é explicado aqui. Quem já sabe pode usar o capítulo como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a derivada é o velocímetro; a função é o hodômetro.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regra é o coração do backpropagation. Se alguém está inseguro, resolva um exemplo com sen(x²).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soma sobre k é a que aparece quando um neurônio alimenta vários neurônios.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numa montanha com neblina, você sente a inclinação sob os pés e anda no sentido da descida.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do livro: em ½(x²+10y²), η &lt; 0,2 é necessário; η* = 2/11; η = 0,205 diverge.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de condição κ = λ_max/λ_min mede a dificuldade: o fator de contração é (κ−1)/(κ+1).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Anuncie que o Capítulo 7 retoma Newton e o transforma em Levenberg–Marquardt.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Observação importante: resolver o sistema, nunca inverter AᵀA.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requirements.txt do livro. Reprodutibilidade começa pelo registro de versões e sementes.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Resposta: η* = 2/11 ≈ 0,182; ρ = 9/11 ≈ 0,818. Com 0,205 a componente y diverge.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 capítulo: o perceptron, o primeiro neurônio que aprende.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Fundamentos matemáticos e Python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Derivadas, gradiente, Newton, mínimos quadrados e scikit-learn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a caixa de ferramentas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Treinar uma rede é um problema de otimização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Precisamos de derivadas, gradiente e curvatura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Python + NumPy + scikit-learn para experimentar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Derivada: a inclinação</a:t>
            </a:r>
            <a:endParaRPr lang="en-US" sz="2600" dirty="0"/>
          </a:p>
        </p:txBody>
      </p:sp>
      <p:pic>
        <p:nvPicPr>
          <p:cNvPr id="3" name="Image 0" descr="A derivada é o limite da razão increment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24" y="1005840"/>
            <a:ext cx="7189151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A derivada é o limite da razão incremental.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da cadeia</a:t>
            </a:r>
            <a:endParaRPr lang="en-US" sz="2600" dirty="0"/>
          </a:p>
        </p:txBody>
      </p:sp>
      <p:pic>
        <p:nvPicPr>
          <p:cNvPr id="3" name="Image 0" descr="Derivar uma composição multiplica as derivadas dos elo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296" y="1005840"/>
            <a:ext cx="7837408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Derivar uma composição multiplica as derivadas dos elos.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da cadeia em etapas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Composição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 = f(g(x))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Derivada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dy/dx = f′(g(x)) · g′(x)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Várias variáveis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∂y/∂xⱼ = Σₖ (∂y/∂uₖ)(∂uₖ/∂xⱼ)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Gradiente e curvas de nível</a:t>
            </a:r>
            <a:endParaRPr lang="en-US" sz="2600" dirty="0"/>
          </a:p>
        </p:txBody>
      </p:sp>
      <p:pic>
        <p:nvPicPr>
          <p:cNvPr id="3" name="Image 0" descr="O gradiente aponta para a subida mais íngreme; descemos no sentido opos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663" y="1005840"/>
            <a:ext cx="7206673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O gradiente aponta para a subida mais íngreme; descemos no sentido oposto.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Gradiente descendente e a taxa</a:t>
            </a:r>
            <a:endParaRPr lang="en-US" sz="2600" dirty="0"/>
          </a:p>
        </p:txBody>
      </p:sp>
      <p:pic>
        <p:nvPicPr>
          <p:cNvPr id="3" name="Image 0" descr="Passo pequeno demais: lento. Passo grande demais: diverg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663" y="1005840"/>
            <a:ext cx="7206673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Passo pequeno demais: lento. Passo grande demais: diverge.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existe um limite para a taxa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Iteração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xₖ₊₁ = (I − ηA) xₖ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Cada direção própria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erro × (1 − ηλᵢ)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Convergência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|1 − ηλᵢ| &lt; 1  ⇒  η &lt; 2/λ_max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Melhor passo único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η* = 2/(λ_min + λ_max)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e curvatura</a:t>
            </a:r>
            <a:endParaRPr lang="en-US" sz="2600" dirty="0"/>
          </a:p>
        </p:txBody>
      </p:sp>
      <p:pic>
        <p:nvPicPr>
          <p:cNvPr id="3" name="Image 0" descr="A Hessiana descreve a curvatura; Newton usa um modelo quadrátic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501" y="1005840"/>
            <a:ext cx="7330998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A Hessiana descreve a curvatura; Newton usa um modelo quadrático.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Mínimos quadrados</a:t>
            </a:r>
            <a:endParaRPr lang="en-US" sz="2600" dirty="0"/>
          </a:p>
        </p:txBody>
      </p:sp>
      <p:pic>
        <p:nvPicPr>
          <p:cNvPr id="3" name="Image 0" descr="Equações normais: AᵀA x = Aᵀb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361" y="1005840"/>
            <a:ext cx="7457278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Equações normais: AᵀA x = Aᵀb.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na prática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NumPy: vetores e matrizes (amostras nas linhas)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scikit-learn: MLPClassifier, train_test_split, StandardScaler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Sementes explícitas e versões registradas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Escalonador ajustado só no treino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Para f = ½(x² + 10y²), calcule η* e o fator de contração. Depois rode o gradiente descendente com η = 0,18 e com η = 0,205 e compare.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Derivada, cadeia, gradiente, Hessiana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GD converge se η &lt; 2/λ_max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Newton usa curvatura; mínimos quadrados têm solução linear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Código reprodutível: sementes e versões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2</dc:title>
  <dc:subject>PptxGenJS Presentation</dc:subject>
  <dc:creator>Araken de Medeiros Santos</dc:creator>
  <cp:lastModifiedBy>Araken de Medeiros Santos</cp:lastModifiedBy>
  <cp:revision>1</cp:revision>
  <dcterms:created xsi:type="dcterms:W3CDTF">2026-10-18T11:22:07Z</dcterms:created>
  <dcterms:modified xsi:type="dcterms:W3CDTF">2026-10-18T11:22:07Z</dcterms:modified>
</cp:coreProperties>
</file>