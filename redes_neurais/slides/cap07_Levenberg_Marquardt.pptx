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7: Levenberg–Marquardt (LMBP).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roteiro e o tempo estimado de cada bloco (cerca de 2 minutos por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ponto-chave: o erro é uma soma de quadrados; isso permite aproximar a curvatura com primeiras derivadas.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Condição necessária de mínimo: g = 0 e H semidefinida positiva; suficiente: H definida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figura do efeito de μ no comprimento do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livro: na rede 1–8–1 inicial, o autovalor mínimo da Hessiana é −18,5 (indefinida).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é pequena se os resíduos são pequenos ou o modelo é quase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JᵀJ + μI é definida positiva para μ &gt; 0: o sistema sempre tem solução e d é de descida.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Livro: Newton 7 iterações, Gauss–Newton 3, LM 28/18 (conforme a variante). Gauss–Newton puro pode explodir em outros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entre os dois mundos: μ pequeno ≈ GN; μ grande ≈ gradiente.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livro: digits, P = 760, J com 65,5 MB. MNIST: ≈ 38,4 GB só para J (inviável).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uma iteração de LM custa muito mais; número de iterações não mede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Fatores prováveis, não testados: erro quadrático em saídas sigmoides e sobreajuste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exemplo digits (P = 760), J ocupou 65,5 MB. Para o MNIST seriam ≈ 38,4 GB só para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Definida positiva. Autovalores λᵢ + μ ≥ μ &gt; 0: o sistema sempre tem solução e o passo é de descida.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Soma de quadrados. A aproximação JᵀJ vem de E = ½‖r‖².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= (1,5; −1,5); JᵀJ = [[2,1],[1,5]]. Resolva os dois sistemas; o passo de LM é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capítulo: adaptar taxas por peso (Delta-Bar-Delta).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frase e peça que os estudantes a expliquem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Levenberg–Marquardt (LMBP)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Curvatura sem Hessiana: JᵀJ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Situação inicial e objetivos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Analogia do dia a dia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Conceitos, demonstrações e figuras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Exemplos e resultados do livro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Quiz relâmpago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Atividade mão na massa e síntese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o vale estreito e curvo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Gradiente: zigue-zague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Newton: caro e pode ir para um máximo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Em soma de quadrados, a Jacobiana basta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série de Taylor a Newton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Taylor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E(θ+d) ≈ E + gᵀd + ½ dᵀH 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Mínimo do modelo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d = −g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Newton modificado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(H + τI) d = −g  e busca em linha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cabo de guerra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490"/>
                </a:solidFill>
              </a:rPr>
              <a:t>NO SEU DIA A DIA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O Levenberg–Marquardt é um cabo de guerra entre dois métodos: o Gauss–Newton, rápido e ousado perto do mínimo, e o gradiente descendente, lento e seguro longe dele. O parâmetro μ é o árbitro: μ pequeno dá a vitória ao Gauss–Newton; μ grande, ao gradiente.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modificado</a:t>
            </a:r>
            <a:endParaRPr lang="en-US" sz="2600" dirty="0"/>
          </a:p>
        </p:txBody>
      </p:sp>
      <p:pic>
        <p:nvPicPr>
          <p:cNvPr id="3" name="Image 0" descr="Somar τ à curvatura vira a parábola para cim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9573" y="1005840"/>
            <a:ext cx="452485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Somar τ à curvatura vira a parábola para cima.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Gauss–Newton em etapas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Erro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½ ‖r‖²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Gradiente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 = Jᵀ 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Hessiana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JᵀJ + S,  S = Σ rᵢ ∇²rᵢ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Gauss–Newton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JᵀJ d = −Jᵀ r  (despreza S)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Levenberg–Marquardt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Passo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(JᵀJ + μ I) d = −g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μ → 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Gauss–Newton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μ grande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≈ −g/μ (gradiente com passo curto)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Aceitar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só se E diminui; então μ ← 0,1 μ, senão μ ← 10 μ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Rosenbrock</a:t>
            </a:r>
            <a:endParaRPr lang="en-US" sz="2600" dirty="0"/>
          </a:p>
        </p:txBody>
      </p:sp>
      <p:pic>
        <p:nvPicPr>
          <p:cNvPr id="3" name="Image 0" descr="Newton salta; LM segue o vale; GD mal sai do lug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724" y="1005840"/>
            <a:ext cx="4416552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Newton salta; LM segue o vale; GD mal sai do lugar.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μ</a:t>
            </a:r>
            <a:endParaRPr lang="en-US" sz="2600" dirty="0"/>
          </a:p>
        </p:txBody>
      </p:sp>
      <p:pic>
        <p:nvPicPr>
          <p:cNvPr id="3" name="Image 0" descr="Comprimento e direção do passo conforme μ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31" y="1005840"/>
            <a:ext cx="744213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Comprimento e direção do passo conforme 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LMBP: a Jacobiana de uma rede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 = y − t tem Nm componentes; J tem Nm × P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Uma retropropagação por saída preenche as linhas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Memória O(NmP + P²), custo O(P³) por solução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Comparado ao scipy.optimize.least_squares: resultados semelhantes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os demais</a:t>
            </a:r>
            <a:endParaRPr lang="en-US" sz="2600" dirty="0"/>
          </a:p>
        </p:txBody>
      </p:sp>
      <p:pic>
        <p:nvPicPr>
          <p:cNvPr id="3" name="Image 0" descr="Iterações até o piso do ruído (uma execução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87" y="1005840"/>
            <a:ext cx="4800425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Iterações até o piso do ruído (uma execução).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livro mediu em digits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LM: acurácia 0,87–0,89 em 2,7 a 4,4 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iRPROP−: 0,93 em 0,10–0,13 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lbfgs: 0,91 em 0,05–0,10 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Aqui o LM não compensou (25–40× mais lento)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o LM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Jacobiana J: (N·m) × P elementos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JᵀJ: P × P, memória O(P²)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Resolver o sistema: O(P³)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P = 10⁴ → JᵀJ ocupa cerca de 800 MB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Por isso: ótimo em redes pequenas, inviável em grandes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A matriz JᵀJ + μI, com μ &gt; 0, é: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Definida positiva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Sempre singular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Antissimétrica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Nula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O LM só se aplica a perdas na forma de: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Soma de quadrados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Entropia cruzada apenas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Valor absoluto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Qualquer função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Dados J = [[1,0],[0,2],[1,1]] e r = (1, −1, 0,5): calcule g, JᵀJ, o passo de Gauss–Newton e o de LM com μ = 1. Compare as normas.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g = Jᵀ r;  H = JᵀJ + 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LM: (JᵀJ + μI) d = −g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μ interpola GN e gradiente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Excelente em redes pequenas; limitado por memória e custo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972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“LM: a curvatura de graça, quando o erro é soma de quadrados.”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· Capítulo 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7</dc:title>
  <dc:subject>PptxGenJS Presentation</dc:subject>
  <dc:creator>Araken de Medeiros Santos</dc:creator>
  <cp:lastModifiedBy>Araken de Medeiros Santos</cp:lastModifiedBy>
  <cp:revision>1</cp:revision>
  <dcterms:created xsi:type="dcterms:W3CDTF">2026-10-26T13:16:52Z</dcterms:created>
  <dcterms:modified xsi:type="dcterms:W3CDTF">2026-10-26T13:16:52Z</dcterms:modified>
</cp:coreProperties>
</file>