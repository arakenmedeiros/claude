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8: Delta-Bar-Delta e EDBD.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cada roda de um carro com tração própria ajusta seu torque ao terreno.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 numérica do livro: E = ½·4·w², w=1, α=0,1: derivada numérica e analítica coincidem em −9,6.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γ = 1e-3 converge; com 1e-2 e 1e-1 os valores deixam de ser finitos. A correção depende da escala de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Subir devagar (aditivo), descer depressa (multiplicativo). Hiperparâmetros: α₀, κ, φ, 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 4, semente 5. O teste usa ḡ(t−1): atualizar ḡ antes do teste é um erro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condição 10³: DBD 70 iterações contra 13 809 do GD. Vale para curvaturas alinhadas aos eixos.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constantes e alguns detalhes não são os do artigo de Minai e Williams; o artigo original não foi consultado.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EDBD 0,0121 e GD+momento 0,0120 chegam ao piso do ruído (0,01125). Não se pode declarar um melhor que 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piso nem teto, pesos podem ficar congelados. Os limites α_max e μ_max do EDBD ajudam.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método adaptativo troca o ajuste de uma taxa por quatro hiperparâmetros.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 limitadas: um problema, uma arquitetura, lote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α = 0,1 → 0,15 → 0,12; ḡ = 0,6; 0,87; 0,309.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o livro com o projeto integrador: comparar todos os treinadores com protocolo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Delta-Bar-Delta e EDBD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Uma taxa de aprendizagem para cada peso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por que a mesma taxa para todos?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Calha estreita: cada direção pede um passo diferente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Cada peso observa o sinal do seu gradiente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Mesmo sinal: acelera. Sinal alternado: freia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Delta-delta: dedução em etapas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Peso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wᵢ(t+1) = wᵢ(t) − αᵢ(t) gᵢ(t)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Cadeia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∂E(t+1)/∂αᵢ(t) = gᵢ(t+1) · (−gᵢ(t))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Descida em 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Δαᵢ = −γ ∂E/∂αᵢ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Regra (índice deslocado)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αᵢ(t+1) = αᵢ(t) + γ gᵢ(t) gᵢ(t−1)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Delta-delta é frágil</a:t>
            </a:r>
            <a:endParaRPr lang="en-US" sz="2600" dirty="0"/>
          </a:p>
        </p:txBody>
      </p:sp>
      <p:pic>
        <p:nvPicPr>
          <p:cNvPr id="3" name="Image 0" descr="Com γ grande, a taxa fica negativa ou explo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07" y="1005840"/>
            <a:ext cx="7467786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Com γ grande, a taxa fica negativa ou explode.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Delta-Bar-Delta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Média do gradiente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ḡ(t) = (1−θ) g(t) + θ ḡ(t−1)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Mesmo sinal (ḡ(t−1)·g(t) &gt; 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← α + κ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Sinais opostos (&lt; 0)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← (1 − φ) α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Passo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α 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 em um peso</a:t>
            </a:r>
            <a:endParaRPr lang="en-US" sz="2600" dirty="0"/>
          </a:p>
        </p:txBody>
      </p:sp>
      <p:pic>
        <p:nvPicPr>
          <p:cNvPr id="3" name="Image 0" descr="Rampa ao subir; degraus ao desc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884" y="1005840"/>
            <a:ext cx="5004232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Rampa ao subir; degraus ao descer.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coordenada acha sua taxa</a:t>
            </a:r>
            <a:endParaRPr lang="en-US" sz="2600" dirty="0"/>
          </a:p>
        </p:txBody>
      </p:sp>
      <p:pic>
        <p:nvPicPr>
          <p:cNvPr id="3" name="Image 0" descr="Calha ½(x²+10y²): DBD em 69 iterações contra 132 do G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63" y="1005840"/>
            <a:ext cx="7206673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Calha ½(x²+10y²): DBD em 69 iterações contra 132 do GD.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EDBD (versão didática do livro)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Aumento amortecido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← min(α + κ_α e^(−γ|ḡ|), α_max)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Redução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← (1 − φ_α) α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Momento individual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 com regra análoga, μ ≤ μ_max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Passo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Δw = −α g + μ Δw(t−1)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1–8–1: comparação com protocolo</a:t>
            </a:r>
            <a:endParaRPr lang="en-US" sz="2600" dirty="0"/>
          </a:p>
        </p:txBody>
      </p:sp>
      <p:pic>
        <p:nvPicPr>
          <p:cNvPr id="3" name="Image 0" descr="Hiperparâmetros ajustados em 5 sementes; avaliação em 10 outr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400" y="1005840"/>
            <a:ext cx="7265199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Hiperparâmetros ajustados em 5 sementes; avaliação em 10 outras.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individuais na rede</a:t>
            </a:r>
            <a:endParaRPr lang="en-US" sz="2600" dirty="0"/>
          </a:p>
        </p:txBody>
      </p:sp>
      <p:pic>
        <p:nvPicPr>
          <p:cNvPr id="3" name="Image 0" descr="No DBD, a taxa mínima chega a 1e-12 e a máxima, a dezen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59" y="1005840"/>
            <a:ext cx="7627082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No DBD, a taxa mínima chega a 1e-12 e a máxima, a dezenas.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do DBD</a:t>
            </a:r>
            <a:endParaRPr lang="en-US" sz="2600" dirty="0"/>
          </a:p>
        </p:txBody>
      </p:sp>
      <p:pic>
        <p:nvPicPr>
          <p:cNvPr id="3" name="Image 0" descr="Duas ordens de grandeza de variação só com κ e φ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656" y="1005840"/>
            <a:ext cx="7450687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Duas ordens de grandeza de variação só com κ e φ.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Momento: mesmo β para todos, sem teste de sinal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ḡ serve só ao teste de sinal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RPROP: só o sinal no passo; DBD mantém a magnitude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Adam: outro regime; não foi avaliado aqui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Execute à mão três iterações do teste de sinal do DBD para g = (2; 1,5; −1), α₀ = 0,1, κ = 0,05, φ = 0,2, θ = 0,7.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Taxa por peso guiada pelo sinal do gradiente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Delta-delta: frágil. DBD: aditivo/multiplicativo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EDBD: taxa e momento por peso, com limites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Ganhos dependem do problema e do ajuste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8</dc:title>
  <dc:subject>PptxGenJS Presentation</dc:subject>
  <dc:creator>Araken de Medeiros Santos</dc:creator>
  <cp:lastModifiedBy>Araken de Medeiros Santos</cp:lastModifiedBy>
  <cp:revision>1</cp:revision>
  <dcterms:created xsi:type="dcterms:W3CDTF">2026-10-18T07:00:05Z</dcterms:created>
  <dcterms:modified xsi:type="dcterms:W3CDTF">2026-10-18T07:00:05Z</dcterms:modified>
</cp:coreProperties>
</file>