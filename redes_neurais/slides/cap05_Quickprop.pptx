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5: Quickprop. Apresente o objetivo da aula e o que os estudantes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roteiro e o tempo estimado de cada bloco (cerca de 2 minutos por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em vez de descer degrau por degrau, você estima onde o vale termina e vai direto.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Considere a derivada E′ como função do peso: aproximada por uma reta (secante), cujo zero é o mínimo da parábola.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expliquem por que o limite μ é necessário quando a secante é quase plana.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limite μ evita saltos gigantes quando a secante é quase plana. Explique o caso em que S(t) tem o mesmo sinal e módulo maior.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artifício +0,1 evita platôs da sigmoide (derivada quase nula nas pontas). No livro: XOR 18→20/30 sementes e épocas 3000→63 com o artifício.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do livro: erro final mediano 0,0190 (Quickprop) contra 0,0811 (GD) neste problema. Não é uma afirmação universal.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 ganho de velocidade vem acompanhado de mais ajustes. Registre sempre a busca feita.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Verifique o gradiente verdadeiro; o +0,1 é uma modificação do algoritmo de treino, não do gradiente.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do livro (XOR, artifício +0,1): 20/30 sementes convergiram contra 18/30, em 63 épocas contra 3000.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A) Limitar o tamanho do salto. |Δw(t)| ≤ μ|Δw(t−1)| evita saltos gigantes. Dê um minuto para votação antes de revelar.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A) Por secante, peso a peso. Duas derivadas consecutivas definem uma reta; seu zero dá o passo. Dê um minuto para votação antes de revelar.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S(0) = −4, S(1) = −3, Δw(0) = 0,5: Δw(1) = S(1)/(S(0) − S(1)) · Δw(0) = 1,5, que chega a w = 2 (exato, pois E é parábola). O limite μ|Δw(0)| = 0,875 corta o passo para 0,875; sem o limite, seriam 1,5.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 capítulo: abandonar a magnitude e ficar só com o sinal (RPROP).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 frase e peça que os estudantes a expliquem com as próprias palavras.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Backpropagation e Redes Neurais · Cap. 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9E0B"/>
                </a:solidFill>
              </a:rPr>
              <a:t>CAPÍTULO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Quickprop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Uma parábola por peso, ajustada por secante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1463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Backpropagation e Redes Neurais — Araken de Medeiros Santos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Situação inicial e objetivos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Analogia do dia a dia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Conceitos, demonstrações e figuras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Exemplos e resultados do livro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Quiz relâmpago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Atividade mão na massa e síntese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inicial: o passo que olha a curvatura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O gradiente descendente usa só a inclinação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Quickprop estima a curvatura por peso, sem calcular a Hessiana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Ideia: ajustar uma parábola e saltar para o seu vértice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parábola secante</a:t>
            </a:r>
            <a:endParaRPr lang="en-US" sz="2600" dirty="0"/>
          </a:p>
        </p:txBody>
      </p:sp>
      <p:pic>
        <p:nvPicPr>
          <p:cNvPr id="3" name="Image 0" descr="Duas derivadas consecutivas definem uma reta; seu zero é o pass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014" y="1005840"/>
            <a:ext cx="7339973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Duas derivadas consecutivas definem uma reta; seu zero é o passo.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estimar onde o vale termina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ECFE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7490"/>
                </a:solidFill>
              </a:rPr>
              <a:t>NO SEU DIA A DIA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O gradiente descendente anda degrau por degrau. O Quickprop olha dois pontos da descida, estima a curva do vale e salta direto para onde ele deve terminar. Como todo atalho, pode errar feio: por isso há um limite para o tamanho do salto.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 do passo, em etapas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Modelo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E′(w) ≈ reta pelas derivadas S(t−1) e S(t)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Inclinação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(S(t) − S(t−1)) / Δw(t−1)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Zero da reta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Δw(t) = S(t) / (S(t−1) − S(t)) · Δw(t−1)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227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4. Limite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22776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|Δw(t)| ≤ μ |Δw(t−1)|,  μ = 1,75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segurança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Se o passo anterior é nulo: usar o gradiente descendente (termo ε)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Se mesmo sinal e |S| diminuiu pouco: limitar por μ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Decaimento de pesos para controlar o crescimento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Artifício de Fahlman: somar 0,1 à derivada da sigmoide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Quickprop contra gradiente descendente</a:t>
            </a:r>
            <a:endParaRPr lang="en-US" sz="2600" dirty="0"/>
          </a:p>
        </p:txBody>
      </p:sp>
      <p:pic>
        <p:nvPicPr>
          <p:cNvPr id="3" name="Image 0" descr="Mesma rede e inicialização; hiperparâmetros ajustados para cada u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93" y="1005840"/>
            <a:ext cx="7402815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Mesma rede e inicialização; hiperparâmetros ajustados para cada um.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 ao hiperparâmetro</a:t>
            </a:r>
            <a:endParaRPr lang="en-US" sz="2600" dirty="0"/>
          </a:p>
        </p:txBody>
      </p:sp>
      <p:pic>
        <p:nvPicPr>
          <p:cNvPr id="3" name="Image 0" descr="O desempenho depende fortemente de ε e μ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969" y="1005840"/>
            <a:ext cx="4894061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O desempenho depende fortemente de ε e μ.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frequentes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Dividir por zero quando S(t) = S(t−1)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Esquecer o limite μ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Comparar com GD sem ajustar a taxa do GD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Aplicar o artifício +0,1 à derivada usada na verificação de gradiente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Quickprop em 5 passos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1. Calcule a derivada S(t) de cada peso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2. Compare com S(t−1) e o passo anterior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3. Passo = S/(S₋ − S) · Δw₋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4. Limite o salto a μ|Δw₋| (μ = 1,75)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5. Se o passo anterior for nulo, use um passo de gradiente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</a:rPr>
              <a:t>Qual é o papel do fator μ = 1,75 no Quickprop?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A)  Limitar o tamanho do salto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B)  Definir a taxa inicial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46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C)  Escolher a função de ativação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D)  Zerar o gradiente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</a:rPr>
              <a:t>O Quickprop estima a curvatura: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A)  Por secante, peso a peso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B)  Calculando a Hessiana inteira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46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C)  Com diferenças centrais da perda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D)  Sorteando valores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Para E(w) = (w−2)², com w(0) = 0 e w(1) = 0,5, e gradientes S = 2(w−2): calcule o próximo passo do Quickprop. Ele é limitado por μ = 1,75?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Síntese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Quickprop: secante na derivada, por peso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Δw = S/(S₋ − S) · Δw₋ com limite μ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Regras de segurança são parte do método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Ganho real, mas sensível a hiperparâmetros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109728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0972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“Quickprop: confie na curvatura, mas use cinto de segurança.”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Backpropagation e Redes Neurais · Capítulo 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esNeurais">
  <a:themeElements>
    <a:clrScheme name="RedesNeurais">
      <a:dk1>
        <a:srgbClr val="1F293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RedesNeura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Backpropagation e Redes Neurais — Capítulo 5</dc:title>
  <dc:subject>PptxGenJS Presentation</dc:subject>
  <dc:creator>Araken de Medeiros Santos</dc:creator>
  <cp:lastModifiedBy>Araken de Medeiros Santos</cp:lastModifiedBy>
  <cp:revision>1</cp:revision>
  <dcterms:created xsi:type="dcterms:W3CDTF">2026-10-26T13:16:52Z</dcterms:created>
  <dcterms:modified xsi:type="dcterms:W3CDTF">2026-10-26T13:16:52Z</dcterms:modified>
</cp:coreProperties>
</file>