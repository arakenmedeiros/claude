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3: Perceptron.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um porteiro que ajusta seu critério a cada erro de julgamento.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viés pode ser visto como um peso para uma entrada constante igual 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há mudança quando há erro. Se t = 1 e ŷ = 0, o vetor w é empurrado na direção de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que os estudantes prevejam em que época a reta para de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Prepare o gancho: o XOR é o contraexemplo clássico (Minsky e Papert, 1969).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demonstração está no capítulo com todos os passos. Aqui, o importante é a interpretação: margem grande, poucas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solução prática: limitar o número de épocas e olhar a acurácia.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Ideia central: a camada oculta aprende uma nova representação. Falta saber treiná-la: é o assunto do Capítulo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delta usa a saída linear antes do limiar e minimiza o erro quadrático; o perceptron usa a saída binária.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10 minutos. Mostre o script cap03.py como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Transição: como corrigir os pesos de uma camada que não vemos?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Perceptron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O primeiro neurônio que aprende, e seus limites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separar com uma reta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Um neurônio de limiar separa duas classes com uma reta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Aprende corrigindo seus erros, um por um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 se as classes não forem separáveis por uma reta?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perceptron</a:t>
            </a:r>
            <a:endParaRPr lang="en-US" sz="2600" dirty="0"/>
          </a:p>
        </p:txBody>
      </p:sp>
      <p:pic>
        <p:nvPicPr>
          <p:cNvPr id="3" name="Image 0" descr="Soma ponderada, limiar (degrau) e saída binár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140" y="1005840"/>
            <a:ext cx="7045720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Soma ponderada, limiar (degrau) e saída binária.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aprendizagem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Saída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 = degrau(wᵀx + b)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Erro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 = t − ŷ  (vale 0, +1 ou −1)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Atualização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 ← w + η · e · x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Viés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 ← b + η · 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Aprendendo a porta AND</a:t>
            </a:r>
            <a:endParaRPr lang="en-US" sz="2600" dirty="0"/>
          </a:p>
        </p:txBody>
      </p:sp>
      <p:pic>
        <p:nvPicPr>
          <p:cNvPr id="3" name="Image 0" descr="A reta se move a cada correção até separar as class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4710" y="1005840"/>
            <a:ext cx="3614579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 reta se move a cada correção até separar as classes.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Portas lógicas</a:t>
            </a:r>
            <a:endParaRPr lang="en-US" sz="2600" dirty="0"/>
          </a:p>
        </p:txBody>
      </p:sp>
      <p:pic>
        <p:nvPicPr>
          <p:cNvPr id="3" name="Image 0" descr="AND e OR são linearmente separáveis; o XOR n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5725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69817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AND e OR são linearmente separáveis; o XOR não.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 de convergência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 os dados são linearmente separáveis, o perceptron converge em número finito de correções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O número de erros é limitado por (R/γ)²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R: raio dos dados; γ: margem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 não há separação, o algoritmo não para sozinho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não há separação</a:t>
            </a:r>
            <a:endParaRPr lang="en-US" sz="2600" dirty="0"/>
          </a:p>
        </p:txBody>
      </p:sp>
      <p:pic>
        <p:nvPicPr>
          <p:cNvPr id="3" name="Image 0" descr="Sem reta que separe, o perceptron oscil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185" y="1005840"/>
            <a:ext cx="752763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Sem reta que separe, o perceptron oscila.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resolvido com duas camadas</a:t>
            </a:r>
            <a:endParaRPr lang="en-US" sz="2600" dirty="0"/>
          </a:p>
        </p:txBody>
      </p:sp>
      <p:pic>
        <p:nvPicPr>
          <p:cNvPr id="3" name="Image 0" descr="Uma camada oculta transforma o espaço e torna o problema separáve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04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45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Uma camada oculta transforma o espaço e torna o problema separável.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Esquecer o viés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Usar taxa nula ou negativa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Dizer que o perceptron sempre converge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Confundir a regra do perceptron com a regra delta (Widrow–Hoff)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Treine um perceptron para a porta OR com w = (0, 0), b = 0, η = 1. Escreva os pesos após cada época até a convergência. Depois tente o XOR e explique o que aconteceu.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Perceptron: limiar + correção por erro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Converge se há separação linear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XOR exige camada oculta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Treinar camadas ocultas: backpropagation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3</dc:title>
  <dc:subject>PptxGenJS Presentation</dc:subject>
  <dc:creator>Araken de Medeiros Santos</dc:creator>
  <cp:lastModifiedBy>Araken de Medeiros Santos</cp:lastModifiedBy>
  <cp:revision>1</cp:revision>
  <dcterms:created xsi:type="dcterms:W3CDTF">2026-10-18T07:00:04Z</dcterms:created>
  <dcterms:modified xsi:type="dcterms:W3CDTF">2026-10-18T07:00:04Z</dcterms:modified>
</cp:coreProperties>
</file>