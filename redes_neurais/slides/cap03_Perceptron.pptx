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3: Perceptron. Apresente o objetivo da aula e o que os estudantes serão capazes de fazer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roteiro e o tempo estimado de cada bloco (cerca de 2 minutos por slide).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um porteiro que ajusta seu critério a cada erro de julgamento.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viés pode ser visto como um peso para uma entrada constante igual 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Converse sobre o que seria um convidado impossível de classificar por uma reta: o XOR.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há mudança quando há erro. Se t = 1 e ŷ = 0, o vetor w é empurrado na direção de 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que os estudantes prevejam em que época a reta para de mudar.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Prepare o gancho: o XOR é o contraexemplo clássico (Minsky e Papert, 1969).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demonstração está no capítulo com todos os passos. Aqui, o importante é a interpretação: margem grande, poucas correções.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solução prática: limitar o número de épocas e olhar a acurácia.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Ideia central: a camada oculta aprende uma nova representação. Falta saber treiná-la: é o assunto do Capítulo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delta usa a saída linear antes do limiar e minimiza o erro quadrático; o perceptron usa a saída binária.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Datas conforme a lista de referências do livro. Evite atribuir 'invenção' a uma só pessoa.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Resposta: D) XOR. O XOR não é linearmente separável. Dê um minuto para votação antes de revelar.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Resposta: A) Somente quando erra. Com e = t − ŷ, se e = 0 nada muda. Dê um minuto para votação antes de revelar.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10 minutos. Mostre o script cap03.py como conferência.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Transição: como corrigir os pesos de uma camada que não vemos?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a frase e peça que os estudantes a expliquem com as próprias palavras.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Backpropagation e Redes Neurais · Cap. 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59E0B"/>
                </a:solidFill>
              </a:rPr>
              <a:t>CAPÍTULO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Perceptron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O primeiro neurônio que aprende, e seus limites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14630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— Araken de Medeiros Santos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da aula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88720"/>
            <a:ext cx="7680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Situação inicial e objetivos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Analogia do dia a dia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Conceitos, demonstrações e figuras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Exemplos e resultados do livro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Quiz relâmpago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Atividade mão na massa e síntese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inicial: separar com uma reta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Um neurônio de limiar separa duas classes com uma reta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Aprende corrigindo seus erros, um por um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 se as classes não forem separáveis por uma reta?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do perceptron</a:t>
            </a:r>
            <a:endParaRPr lang="en-US" sz="2600" dirty="0"/>
          </a:p>
        </p:txBody>
      </p:sp>
      <p:pic>
        <p:nvPicPr>
          <p:cNvPr id="3" name="Image 0" descr="Soma ponderada, limiar (degrau) e saída binári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140" y="1005840"/>
            <a:ext cx="7045720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Soma ponderada, limiar (degrau) e saída binária.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o porteiro que aprende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ECFEFF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E7490"/>
                </a:solidFill>
              </a:rPr>
              <a:t>NO SEU DIA A DIA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O perceptron é um porteiro com uma regra simples: soma os sinais do convidado e decide entrar ou não. Cada vez que erra, ele ajusta o critério na direção do erro. Se existir uma fronteira reta entre quem entra e quem não entra, ele acaba acertando sempre.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de aprendizagem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Saída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 = degrau(wᵀx + b)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Erro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 = t − ŷ  (vale 0, +1 ou −1)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Atualização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 ← w + η · e · x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Viés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b ← b + η · 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Aprendendo a porta AND</a:t>
            </a:r>
            <a:endParaRPr lang="en-US" sz="2600" dirty="0"/>
          </a:p>
        </p:txBody>
      </p:sp>
      <p:pic>
        <p:nvPicPr>
          <p:cNvPr id="3" name="Image 0" descr="A reta se move a cada correção até separar as class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4710" y="1005840"/>
            <a:ext cx="3614579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A reta se move a cada correção até separar as classes.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Portas lógicas</a:t>
            </a:r>
            <a:endParaRPr lang="en-US" sz="2600" dirty="0"/>
          </a:p>
        </p:txBody>
      </p:sp>
      <p:pic>
        <p:nvPicPr>
          <p:cNvPr id="3" name="Image 0" descr="AND e OR são linearmente separáveis; o XOR nã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5725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669817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AND e OR são linearmente separáveis; o XOR não.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 de convergência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Se os dados são linearmente separáveis, o perceptron converge em número finito de correções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O número de erros é limitado por (R/γ)²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R: raio dos dados; γ: margem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Se não há separação, o algoritmo não para sozinho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não há separação</a:t>
            </a:r>
            <a:endParaRPr lang="en-US" sz="2600" dirty="0"/>
          </a:p>
        </p:txBody>
      </p:sp>
      <p:pic>
        <p:nvPicPr>
          <p:cNvPr id="3" name="Image 0" descr="Sem reta que separe, o perceptron oscil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185" y="1005840"/>
            <a:ext cx="7527631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Sem reta que separe, o perceptron oscila.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resolvido com duas camadas</a:t>
            </a:r>
            <a:endParaRPr lang="en-US" sz="2600" dirty="0"/>
          </a:p>
        </p:txBody>
      </p:sp>
      <p:pic>
        <p:nvPicPr>
          <p:cNvPr id="3" name="Image 0" descr="Uma camada oculta transforma o espaço e torna o problema separáve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304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145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Uma camada oculta transforma o espaço e torna o problema separável.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frequentes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Esquecer o viés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Usar taxa nula ou negativa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Dizer que o perceptron sempre converge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Confundir a regra do perceptron com a regra delta (Widrow–Hoff)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 do perceptron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1943: neurônio de McCulloch e Pitts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1958: perceptron de Rosenblatt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1962: prova de convergência (Novikoff)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1969: Minsky e Papert apontam o limite do XOR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1986: backpropagation popularizado (Rumelhart et al.)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relâmpago 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12E81"/>
                </a:solidFill>
              </a:rPr>
              <a:t>Qual porta lógica um perceptron de um neurônio NÃO consegue aprender?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A)  AND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B)  OR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246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C)  NOT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886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D)  XOR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relâmpago 2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12E81"/>
                </a:solidFill>
              </a:rPr>
              <a:t>Quando o perceptron atualiza os pesos?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A)  Somente quando erra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B)  A cada amostra, sempre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246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C)  Só no fim da época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886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D)  Só quando acerta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45309"/>
                </a:solidFill>
              </a:rPr>
              <a:t>MÃO NA MASSA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Treine um perceptron para a porta OR com w = (0, 0), b = 0, η = 1. Escreva os pesos após cada época até a convergência. Depois tente o XOR e explique o que aconteceu.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Perceptron: limiar + correção por erro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Converge se há separação linear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XOR exige camada oculta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Treinar camadas ocultas: backpropagation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188720"/>
            <a:ext cx="109728" cy="2194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10972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“Uma reta separa o simples; o resto pede camadas.”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931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· Capítulo 3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sNeurais">
  <a:themeElements>
    <a:clrScheme name="RedesNeurais">
      <a:dk1>
        <a:srgbClr val="1F2937"/>
      </a:dk1>
      <a:lt1>
        <a:srgbClr val="FFFFFF"/>
      </a:lt1>
      <a:dk2>
        <a:srgbClr val="1E1B4B"/>
      </a:dk2>
      <a:lt2>
        <a:srgbClr val="EEF2FF"/>
      </a:lt2>
      <a:accent1>
        <a:srgbClr val="4F46E5"/>
      </a:accent1>
      <a:accent2>
        <a:srgbClr val="F59E0B"/>
      </a:accent2>
      <a:accent3>
        <a:srgbClr val="10B981"/>
      </a:accent3>
      <a:accent4>
        <a:srgbClr val="06B6D4"/>
      </a:accent4>
      <a:accent5>
        <a:srgbClr val="EF4444"/>
      </a:accent5>
      <a:accent6>
        <a:srgbClr val="8B5CF6"/>
      </a:accent6>
      <a:hlink>
        <a:srgbClr val="4F46E5"/>
      </a:hlink>
      <a:folHlink>
        <a:srgbClr val="8B5CF6"/>
      </a:folHlink>
    </a:clrScheme>
    <a:fontScheme name="RedesNeura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Backpropagation e Redes Neurais — Capítulo 3</dc:title>
  <dc:subject>PptxGenJS Presentation</dc:subject>
  <dc:creator>Araken de Medeiros Santos</dc:creator>
  <cp:lastModifiedBy>Araken de Medeiros Santos</cp:lastModifiedBy>
  <cp:revision>1</cp:revision>
  <dcterms:created xsi:type="dcterms:W3CDTF">2026-10-26T13:16:52Z</dcterms:created>
  <dcterms:modified xsi:type="dcterms:W3CDTF">2026-10-26T13:16:52Z</dcterms:modified>
</cp:coreProperties>
</file>