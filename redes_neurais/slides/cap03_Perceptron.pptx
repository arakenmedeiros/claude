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3: Perceptron. Apresente o objetivo da aula e o que os estudantes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Analogia: um porteiro que ajusta seu critério a cada erro de julgamento.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viés pode ser visto como um peso para uma entrada constante igual 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há mudança quando há erro. Se t = 1 e ŷ = 0, o vetor w é empurrado na direção de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os estudantes prevejam em que época a reta para de mudar.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o gancho: o XOR é o contraexemplo clássico (Minsky e Papert, 1969).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demonstração está no capítulo com todos os passos. Aqui, o importante é a interpretação: margem grande, poucas correções.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solução prática: limitar o número de épocas e olhar a acurácia.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 central: a camada oculta aprende uma nova representação. Falta saber treiná-la: é o assunto do Capítulo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delta usa a saída linear antes do limiar e minimiza o erro quadrático; o perceptron usa a saída binária.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10 minutos. Mostre o script cap03.py como conferência.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Transição: como corrigir os pesos de uma camada que não vemos?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6576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Backpropagation e Redes Neurais · Cap. 3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59E0B"/>
                </a:solidFill>
              </a:rPr>
              <a:t>CAPÍTULO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Perceptron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O primeiro neurônio que aprende, e seus limites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1463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Backpropagation e Redes Neurais — Araken de Medeiros Santos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inicial: separar com uma reta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Um neurônio de limiar separa duas classes com uma reta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Aprende corrigindo seus erros, um por um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 se as classes não forem separáveis por uma reta?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do perceptron</a:t>
            </a:r>
            <a:endParaRPr lang="en-US" sz="2600" dirty="0"/>
          </a:p>
        </p:txBody>
      </p:sp>
      <p:pic>
        <p:nvPicPr>
          <p:cNvPr id="3" name="Image 0" descr="Soma ponderada, limiar (degrau) e saída binári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140" y="1005840"/>
            <a:ext cx="7045720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Soma ponderada, limiar (degrau) e saída binária.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aprendizagem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1. Saída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09728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ŷ = degrau(wᵀx + b)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2039112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39112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2. Erro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039112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= t − ŷ  (vale 0, +1 ou −1)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0E7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80944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3. Atualização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980944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 ← w + η · e · x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922776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9525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3922776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12E81"/>
                </a:solidFill>
              </a:rPr>
              <a:t>4. Viés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3922776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 ← b + η · 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Aprendendo a porta AND</a:t>
            </a:r>
            <a:endParaRPr lang="en-US" sz="2600" dirty="0"/>
          </a:p>
        </p:txBody>
      </p:sp>
      <p:pic>
        <p:nvPicPr>
          <p:cNvPr id="3" name="Image 0" descr="A reta se move a cada correção até separar as class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4710" y="1005840"/>
            <a:ext cx="3614579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A reta se move a cada correção até separar as classes.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lógicas</a:t>
            </a:r>
            <a:endParaRPr lang="en-US" sz="2600" dirty="0"/>
          </a:p>
        </p:txBody>
      </p:sp>
      <p:pic>
        <p:nvPicPr>
          <p:cNvPr id="3" name="Image 0" descr="AND e OR são linearmente separáveis; o XOR n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25725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69817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AND e OR são linearmente separáveis; o XOR não.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convergência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Se os dados são linearmente separáveis, o perceptron converge em número finito de correções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O número de erros é limitado por (R/γ)²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R: raio dos dados; γ: margem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Se não há separação, o algoritmo não para sozinho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há separação</a:t>
            </a:r>
            <a:endParaRPr lang="en-US" sz="2600" dirty="0"/>
          </a:p>
        </p:txBody>
      </p:sp>
      <p:pic>
        <p:nvPicPr>
          <p:cNvPr id="3" name="Image 0" descr="Sem reta que separe, o perceptron oscil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185" y="1005840"/>
            <a:ext cx="7527631" cy="31546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Sem reta que separe, o perceptron oscila.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resolvido com duas camadas</a:t>
            </a:r>
            <a:endParaRPr lang="en-US" sz="2600" dirty="0"/>
          </a:p>
        </p:txBody>
      </p:sp>
      <p:pic>
        <p:nvPicPr>
          <p:cNvPr id="3" name="Image 0" descr="Uma camada oculta transforma o espaço e torna o problema separáve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8229600" cy="304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145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B5563"/>
                </a:solidFill>
              </a:rPr>
              <a:t>Uma camada oculta transforma o espaço e torna o problema separável.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frequentes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Esquecer o viés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Usar taxa nula ou negativa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Dizer que o perceptron sempre converge</a:t>
            </a:r>
            <a:endParaRPr lang="en-US" sz="2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937"/>
                </a:solidFill>
              </a:rPr>
              <a:t>Confundir a regra do perceptron com a regra delta (Widrow–Hoff)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3108960"/>
          </a:xfrm>
          <a:prstGeom prst="roundRect">
            <a:avLst>
              <a:gd name="adj" fmla="val 3529"/>
            </a:avLst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45309"/>
                </a:solidFill>
              </a:rPr>
              <a:t>MÃO NA MASSA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83080"/>
            <a:ext cx="7498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F2937"/>
                </a:solidFill>
              </a:rPr>
              <a:t>Treine um perceptron para a porta OR com w = (0, 0), b = 0, η = 1. Escreva os pesos após cada época até a convergência. Depois tente o XOR e explique o que aconteceu.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Síntese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7498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Perceptron: limiar + correção por erro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Converge se há separação linear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XOR exige camada oculta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0E7FF"/>
                </a:solidFill>
              </a:rPr>
              <a:t>Treinar camadas ocultas: backpropagation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desNeurais">
  <a:themeElements>
    <a:clrScheme name="RedesNeurais">
      <a:dk1>
        <a:srgbClr val="1F293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F59E0B"/>
      </a:accent2>
      <a:accent3>
        <a:srgbClr val="10B981"/>
      </a:accent3>
      <a:accent4>
        <a:srgbClr val="06B6D4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RedesNeurai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Backpropagation e Redes Neurais — Capítulo 3</dc:title>
  <dc:subject>PptxGenJS Presentation</dc:subject>
  <dc:creator>Araken de Medeiros Santos</dc:creator>
  <cp:lastModifiedBy>Araken de Medeiros Santos</cp:lastModifiedBy>
  <cp:revision>1</cp:revision>
  <dcterms:created xsi:type="dcterms:W3CDTF">2026-10-18T11:22:07Z</dcterms:created>
  <dcterms:modified xsi:type="dcterms:W3CDTF">2026-10-18T11:22:07Z</dcterms:modified>
</cp:coreProperties>
</file>