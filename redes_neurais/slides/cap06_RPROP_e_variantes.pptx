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6: RPROP e variantes. Apresente o objetivo da aula e o que os estudantes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roteiro e o tempo estimado de cada bloco (cerca de 2 minutos por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um motorista que só pergunta 'continuo no mesmo sentido?' e ajusta a marcha.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vetor de passo tem módulo comandado pelos Δᵢ, não pelo gradiente.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RPROP é robusto à escala do gradiente: plano ou íngreme, o sinal é o mesmo.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Constantes de Riedmiller e Braun: η⁺ = 1,2 e η⁻ = 0,5; Δmax = 50 e Δmin = 1e-6 em muitas implementações. O scikit-learn não oferece RPROP (solvers: lbfgs, sgd, adam); usamos o pacote rnbook com os dados e as métricas do scikit-learn.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RPROP+: retrocesso do peso sempre; RPROP−: sem retrocesso; iRPROP+: retrocesso só se o erro aumentou; iRPROP−: sem retrocesso, gradiente zerado.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que, quando o sinal muda, o passo cai pela metade; quando não muda, cresce 20%.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Diferenças entre variantes são pequenas e dependem do problema. Não concluir que uma variante é a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do livro (rede 1–100–1, 30 pontos): RMSE de teste 0,437 com parada antecipada contra 0,528 sem 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RPROP foi projetado para treinamento em lote.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são regras distintas: relate sempre a variante e os parâmetros usados.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A) Apenas o sinal. Δw = −sinal(g)·Δ, com Δ adaptado por peso. Dê um minuto para votação antes de revelar.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A) Reduzido (× 0,5). A troca de sinal indica que o mínimo foi ultrapassado. Dê um minuto para votação antes de revelar.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w = 2,5 (g=2; sem sinal anterior); Δ=0,6 e w=1,9; Δ=0,72 e w=1,18; Δ=0,864 e w=0,316; na 5ª iteração o sinal troca (g&lt;0): Δ=0,432, g é zerado e w permanece 0,316 (confirmado com o pacote rnbook).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Próximo: o método de segunda ordem mais usado em redes pequenas, o 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 frase e peça que os estudantes a expliquem com as próprias palavras.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Backpropagation e Redes Neurais · Cap. 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9E0B"/>
                </a:solidFill>
              </a:rPr>
              <a:t>CAPÍTULO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RPROP e variantes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Só o sinal do gradiente importa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1463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Backpropagation e Redes Neurais — Araken de Medeiros Santos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Situação inicial e objetivos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Analogia do dia a dia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Conceitos, demonstrações e figuras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Exemplos e resultados do livro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Quiz relâmpago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</a:rPr>
              <a:t>Atividade mão na massa e síntese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inicial: o gradiente mente sobre o tamanho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Em regiões planas o gradiente é minúsculo; em íngremes, enorme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RPROP ignora o tamanho e usa só o sinal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Cada peso tem o seu próprio passo Δᵢ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Manhattan</a:t>
            </a:r>
            <a:endParaRPr lang="en-US" sz="2600" dirty="0"/>
          </a:p>
        </p:txBody>
      </p:sp>
      <p:pic>
        <p:nvPicPr>
          <p:cNvPr id="3" name="Image 0" descr="Movimentos paralelos aos eixos, como quarteirõ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63" y="1005840"/>
            <a:ext cx="7206673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Movimentos paralelos aos eixos, como quarteirões.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o motorista que só olha o sentido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ECFE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7490"/>
                </a:solidFill>
              </a:rPr>
              <a:t>NO SEU DIA A DIA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Imagine dirigir sem velocímetro, só perguntando: estou indo no mesmo sentido de antes? Se sim, acelere um pouco (×1,2). Se o sentido mudou, você passou do ponto: freie (×0,5). É o RPROP: usa só o sinal do gradiente, nunca o seu tamanho.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do RPROP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Mesmo sinal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Δᵢ ← min(η⁺ Δᵢ, Δmax)    (η⁺ = 1,2)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Sinal trocado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Δᵢ ← max(η⁻ Δᵢ, Δmin)    (η⁻ = 0,5)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Passo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wᵢ ← wᵢ − sinal(gᵢ) · Δᵢ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variantes</a:t>
            </a:r>
            <a:endParaRPr lang="en-US" sz="2600" dirty="0"/>
          </a:p>
        </p:txBody>
      </p:sp>
      <p:pic>
        <p:nvPicPr>
          <p:cNvPr id="3" name="Image 0" descr="RPROP+, RPROP−, iRPROP+ e iRPROP−: o que cada uma faz na troca de sin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235" y="1005840"/>
            <a:ext cx="7595531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RPROP+, RPROP−, iRPROP+ e iRPROP−: o que cada uma faz na troca de sinal.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cada variante</a:t>
            </a:r>
            <a:endParaRPr lang="en-US" sz="2600" dirty="0"/>
          </a:p>
        </p:txBody>
      </p:sp>
      <p:pic>
        <p:nvPicPr>
          <p:cNvPr id="3" name="Image 0" descr="O que cada variante faz quando o sinal do gradiente mud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70" y="1005840"/>
            <a:ext cx="8024660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O que cada variante faz quando o sinal do gradiente muda.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livro mediu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iRPROP− e iRPROP+ cruzam 0,03 em ≈132–137 épocas; as outras, em ≈223–237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iRPROP+: 161 de 1776 retrocessos foram efetivos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Breast Cancer: acurácias de teste 0,947 a 0,953 nas quatro variantes e no lbfgs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antecipada</a:t>
            </a:r>
            <a:endParaRPr lang="en-US" sz="2600" dirty="0"/>
          </a:p>
        </p:txBody>
      </p:sp>
      <p:pic>
        <p:nvPicPr>
          <p:cNvPr id="3" name="Image 0" descr="Paramos quando a validação deixa de melhor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93" y="1005840"/>
            <a:ext cx="7402815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Paramos quando a validação deixa de melhorar.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frequentes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Confundir as variantes (cada uma é uma regra separada)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Usar RPROP em minilotes ruidosos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Esquecer os limites Δmin e Δmax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Reportar a melhor semente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variantes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RPROP+: desfaz o último passo ao trocar o sinal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RPROP−: só reduz o passo, sem desfazer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iRPROP+: desfaz só se o erro aumentou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iRPROP−: reduz o passo e zera o gradiente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</a:rPr>
              <a:t>O RPROP usa do gradiente: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A)  Apenas o sinal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B)  Apenas o módulo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46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C)  O módulo e o sinal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D)  Só a segunda derivada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</a:rPr>
              <a:t>Quando o sinal do gradiente de um peso muda, o passo individual é: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A)  Reduzido (× 0,5)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B)  Aumentado (× 1,2)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46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C)  Mantido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D)  Zerado para sempre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Simule 5 iterações do iRPROP− em E(w) = ½(w−1)² com w(0) = 3 e Δ(0) = 0,5 (g = w−1). Anote w, Δ e o sinal do gradiente em cada iteração.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Síntese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Sinal em vez de magnitude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Passo por peso: ×1,2 ou ×0,5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Quatro variantes distintas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Parada antecipada com validação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109728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0972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“RPROP: o gradiente diz para onde, não quanto.”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Backpropagation e Redes Neurais · Capítulo 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esNeurais">
  <a:themeElements>
    <a:clrScheme name="RedesNeurais">
      <a:dk1>
        <a:srgbClr val="1F293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RedesNeura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Backpropagation e Redes Neurais — Capítulo 6</dc:title>
  <dc:subject>PptxGenJS Presentation</dc:subject>
  <dc:creator>Araken de Medeiros Santos</dc:creator>
  <cp:lastModifiedBy>Araken de Medeiros Santos</cp:lastModifiedBy>
  <cp:revision>1</cp:revision>
  <dcterms:created xsi:type="dcterms:W3CDTF">2026-10-26T13:16:52Z</dcterms:created>
  <dcterms:modified xsi:type="dcterms:W3CDTF">2026-10-26T13:16:52Z</dcterms:modified>
</cp:coreProperties>
</file>