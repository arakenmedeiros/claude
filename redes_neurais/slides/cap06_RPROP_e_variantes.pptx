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6: RPROP e variantes.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motorista que só pergunta 'continuo no mesmo sentido?' e ajusta a marcha.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vetor de passo tem módulo comandado pelos Δᵢ, não pelo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Constantes de Riedmiller e Braun: η⁺ = 1,2 e η⁻ = 0,5; Δmax = 50 e Δmin = 1e-6 em muitas implementações. O scikit-learn não oferece RPROP (solvers: lbfgs, sgd, adam); usamos o pacote rnbook com os dados e as métricas do scikit-learn.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RPROP+: retrocesso do peso sempre; RPROP−: sem retrocesso; iRPROP+: retrocesso só se o erro aumentou; iRPROP−: sem retrocesso, gradiente zerado.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que, quando o sinal muda, o passo cai pela metade; quando não muda, cresce 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Diferenças entre variantes são pequenas e dependem do problema. Não concluir que uma variante é a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 (rede 1–100–1, 30 pontos): RMSE de teste 0,437 com parada antecipada contra 0,528 sem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RPROP foi projetado para treinamento em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w = 2,5 (g=2; sem sinal anterior); Δ=0,6 e w=1,9; Δ=0,72 e w=1,18; Δ=0,864 e w=0,316; na 5ª iteração o sinal troca (g&lt;0): Δ=0,432, g é zerado e w permanece 0,316 (confirmado com o pacote rnbook).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Próximo: o método de segunda ordem mais usado em redes pequenas, o 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RPROP e variantes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Só o sinal do gradiente importa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gradiente mente sobre o tamanho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Em regiões planas o gradiente é minúsculo; em íngremes, enorme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RPROP ignora o tamanho e usa só o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Cada peso tem o seu próprio passo Δᵢ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Manhattan</a:t>
            </a:r>
            <a:endParaRPr lang="en-US" sz="2600" dirty="0"/>
          </a:p>
        </p:txBody>
      </p:sp>
      <p:pic>
        <p:nvPicPr>
          <p:cNvPr id="3" name="Image 0" descr="Movimentos paralelos aos eixos, como quarteirõ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Movimentos paralelos aos eixos, como quarteirões.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do RPROP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Mesmo sinal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Δᵢ ← min(η⁺ Δᵢ, Δmax)    (η⁺ = 1,2)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Sinal trocado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Δᵢ ← max(η⁻ Δᵢ, Δmin)    (η⁻ = 0,5)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Passo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wᵢ ← wᵢ − sinal(gᵢ) · Δᵢ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variantes</a:t>
            </a:r>
            <a:endParaRPr lang="en-US" sz="2600" dirty="0"/>
          </a:p>
        </p:txBody>
      </p:sp>
      <p:pic>
        <p:nvPicPr>
          <p:cNvPr id="3" name="Image 0" descr="RPROP+, RPROP−, iRPROP+ e iRPROP−: o que cada uma faz na troca de sin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235" y="1005840"/>
            <a:ext cx="759553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RPROP+, RPROP−, iRPROP+ e iRPROP−: o que cada uma faz na troca de sinal.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em ação</a:t>
            </a:r>
            <a:endParaRPr lang="en-US" sz="2600" dirty="0"/>
          </a:p>
        </p:txBody>
      </p:sp>
      <p:pic>
        <p:nvPicPr>
          <p:cNvPr id="3" name="Image 0" descr="Evolução dos passos Δᵢ ao longo das époc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70" y="1005840"/>
            <a:ext cx="802466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Evolução dos passos Δᵢ ao longo das épocas.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livro mediu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iRPROP− e iRPROP+ cruzam 0,03 em ≈132–137 épocas; as outras, em ≈223–237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iRPROP+: 161 de 1776 retrocessos foram efetivos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Breast Cancer: acurácias de teste 0,947 a 0,953 nas quatro variantes e no lbfgs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antecipada</a:t>
            </a:r>
            <a:endParaRPr lang="en-US" sz="2600" dirty="0"/>
          </a:p>
        </p:txBody>
      </p:sp>
      <p:pic>
        <p:nvPicPr>
          <p:cNvPr id="3" name="Image 0" descr="Paramos quando a validação deixa de melho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93" y="1005840"/>
            <a:ext cx="740281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Paramos quando a validação deixa de melhorar.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as variantes (cada uma é uma regra separada)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Usar RPROP em minilotes ruidosos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os limites Δmin e Δmax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Reportar a melhor semente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Simule 5 iterações do iRPROP− em E(w) = ½(w−1)² com w(0) = 3 e Δ(0) = 0,5 (g = w−1). Anote w, Δ e o sinal do gradiente em cada iteração.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Sinal em vez de magnitude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Passo por peso: ×1,2 ou ×0,5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Quatro variantes distintas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Parada antecipada com validação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6</dc:title>
  <dc:subject>PptxGenJS Presentation</dc:subject>
  <dc:creator>Araken de Medeiros Santos</dc:creator>
  <cp:lastModifiedBy>Araken de Medeiros Santos</cp:lastModifiedBy>
  <cp:revision>1</cp:revision>
  <dcterms:created xsi:type="dcterms:W3CDTF">2026-10-18T11:22:08Z</dcterms:created>
  <dcterms:modified xsi:type="dcterms:W3CDTF">2026-10-18T11:22:08Z</dcterms:modified>
</cp:coreProperties>
</file>