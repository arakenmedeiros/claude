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1: Introdução. Apresente o objetivo da aula e o que os estudantes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com a pergunta: como um programa aprende a reconhecer um padrão sem que ninguém escreva a regra? Diga que o fio condutor do livro é um só: ajustar pesos para diminuir um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que os estudantes marquem qual deles consideram mais difícil.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 linha do tempo sem entrar em detalhes. Cada marco volta nos capítulos seguintes. Cuidado: evite afirmar quem 'inventou' o backpropagation; a história tem vários autores.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o neurônio é um júri que pesa as opiniões (entradas) por sua confiança (pesos) e decide pela ativação.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o cálculo com números pequenos no quadro: w = (2, -1), x = (1, 3), b = 0,5 dá z = -0,5.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Insista na convenção do livro: amostras nas linhas, W de dimensão n_l × n_{l-1}. Conferir dimensões evita metade dos erros.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ajustar o rádio até a estática diminuir. O erro de treino mede a estática ouvida agora; o que importa é a qualidade em estações novas (dados de teste).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código do script exp_primeira_rede.py e o resultado. Peça que os estudantes alterem a semente e comparem.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erros reaparecem em todo o livro. Peça exemplos reais de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10 minutos. Resposta esperada: relatar mediana e intervalo, nunca só a melhor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voltando à pergunta inicial. Próximo capítulo: a matemática e as ferramentas.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Backpropagation e Redes Neurais · Cap.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9E0B"/>
                </a:solidFill>
              </a:rPr>
              <a:t>CAPÍTULO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Introdução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O que é uma rede neural e o que significa aprender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463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— Araken de Medeiros Santos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inicial: como uma máquina aprende?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Ninguém programa a regra: ela é ajustada a partir de exemplos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Aprender = reduzir um erro medido nos dados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Hoje: o mapa do livro e a primeira rede funcionando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do capítulo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Descrever o neurônio artificial e as camadas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Distinguir aprendizado supervisionado de não supervisionado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Entender erro, pesos e treinamento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Treinar uma primeira rede em Python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2600" dirty="0"/>
          </a:p>
        </p:txBody>
      </p:sp>
      <p:pic>
        <p:nvPicPr>
          <p:cNvPr id="3" name="Image 0" descr="Do neurônio de McCulloch e Pitts ao backpropagation e aos métodos de segunda orde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103" y="1005840"/>
            <a:ext cx="7233793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Do neurônio de McCulloch e Pitts ao backpropagation e aos métodos de segunda ordem.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neurônio artificial</a:t>
            </a:r>
            <a:endParaRPr lang="en-US" sz="2600" dirty="0"/>
          </a:p>
        </p:txBody>
      </p:sp>
      <p:pic>
        <p:nvPicPr>
          <p:cNvPr id="3" name="Image 0" descr="Soma ponderada das entradas, mais o viés, seguida de uma ativ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59666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9394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Soma ponderada das entradas, mais o viés, seguida de uma ativação.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neurônio calcula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Soma ponderada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w₁x₁ + w₂x₂ + … + wₙxₙ + b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Ativação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f(z)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Em forma vetorial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f(wᵀx + b)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e dimensões</a:t>
            </a:r>
            <a:endParaRPr lang="en-US" sz="2600" dirty="0"/>
          </a:p>
        </p:txBody>
      </p:sp>
      <p:pic>
        <p:nvPicPr>
          <p:cNvPr id="3" name="Image 0" descr="Cada camada multiplica por uma matriz W de dimensão n_l × n_(l−1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96" y="1005840"/>
            <a:ext cx="7837408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Cada camada multiplica por uma matriz W de dimensão n_l × n_(l−1).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é diminuir um erro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Resíduo: r = y − t (saída menos alvo)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Erro: E = ½ Σ r²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Treinar = escolher θ que torna E pequeno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Mas o objetivo real é acertar em dados novos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rede</a:t>
            </a:r>
            <a:endParaRPr lang="en-US" sz="2600" dirty="0"/>
          </a:p>
        </p:txBody>
      </p:sp>
      <p:pic>
        <p:nvPicPr>
          <p:cNvPr id="3" name="Image 0" descr="Rede treinada com a infraestrutura didática do liv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76" y="1005840"/>
            <a:ext cx="7322448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Rede treinada com a infraestrutura didática do livro.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frequentes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Confundir erro de treino com desempenho em dados novos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Escalar os dados usando também validação e teste (vazamento)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Achar que mais neurônios é sempre melhor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Concluir tudo a partir de uma única semente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Treine uma rede 1–8–1 em dados sintéticos com três sementes diferentes. Anote o erro final de cada uma. O que a variação entre sementes sugere sobre como relatar resultados?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Síntese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Neurônio = soma ponderada + ativação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Rede = camadas encadeadas, parâmetros reunidos em θ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Aprender = minimizar E(θ)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Avaliar sempre em dados não vistos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esNeurais">
  <a:themeElements>
    <a:clrScheme name="RedesNeurais">
      <a:dk1>
        <a:srgbClr val="1F293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RedesNeura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Backpropagation e Redes Neurais — Capítulo 1</dc:title>
  <dc:subject>PptxGenJS Presentation</dc:subject>
  <dc:creator>Araken de Medeiros Santos</dc:creator>
  <cp:lastModifiedBy>Araken de Medeiros Santos</cp:lastModifiedBy>
  <cp:revision>1</cp:revision>
  <dcterms:created xsi:type="dcterms:W3CDTF">2026-10-18T07:00:04Z</dcterms:created>
  <dcterms:modified xsi:type="dcterms:W3CDTF">2026-10-18T07:00:04Z</dcterms:modified>
</cp:coreProperties>
</file>