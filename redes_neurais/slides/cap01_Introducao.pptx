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1: Introdução.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roteiro e o tempo estimado de cada bloco (cerca de 2 minutos por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com a pergunta: como um programa aprende a reconhecer um padrão sem que ninguém escreva a regra? Diga que o fio condutor do livro é um só: ajustar pesos para diminuir um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em voz alta e peça que os estudantes marquem qual deles consideram mais difícil.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 do livro. Peça que os estudantes completem: o que seria o 'ruído' nessa mesa? (dados com erro).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linha do tempo sem entrar em detalhes. Cada marco volta nos capítulos seguintes. Cuidado: evite afirmar quem 'inventou' o backpropagation; a história tem vários autores.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o neurônio é um júri que pesa as opiniões (entradas) por sua confiança (pesos) e decide pela ativação.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cálculo com números pequenos no quadro: w = (2, -1), x = (1, 3), b = 0,5 dá z = -0,5.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Insista na convenção do livro: amostras nas linhas, W de dimensão n_l × n_{l-1}. Conferir dimensões evita metade dos erros.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ajustar o rádio até a estática diminuir. O erro de treino mede a estática ouvida agora; o que importa é a qualidade em estações novas (dados de teste).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código do script exp_primeira_rede.py e o resultado. Peça que os estudantes alterem a semente e comparem.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erros reaparecem em todo o livro. Peça exemplos reais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Reforce que o erro só existe quando há um alvo para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A) Os botões que o treino ajusta. Pesos (e vieses) formam o vetor θ que o treino ajusta.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C) Teste. O teste fica intocado até o relato final; usar o teste para escolher hiperparâmetros é vazamento. Dê um minuto para votação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sugerido: 10 minutos. Resposta esperada: relatar mediana e intervalo, nunca só a melhor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voltando à pergunta inicial. Próximo capítulo: a matemática e as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 frase e peça que os estudantes a expliquem com as próprias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Introdução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O que é uma rede neural e o que significa aprender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da aula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Situação inicial e objetivos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Analogia do dia a dia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Conceitos, demonstrações e figuras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Exemplos e resultados do livro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Quiz relâmpago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937"/>
                </a:solidFill>
              </a:rPr>
              <a:t>Atividade mão na massa e síntese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como uma máquina aprende?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Ninguém programa a regra: ela é ajustada a partir de exemplos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Aprender = reduzir um erro medido nos dados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Hoje: o mapa do livro e a primeira rede funcionando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capítulo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Descrever o neurônio artificial e as camadas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Distinguir aprendizado supervisionado de não supervisionado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Entender erro, pesos e treinamento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uma primeira rede em Python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Analogia: a mesa de som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ECFEFF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7490"/>
                </a:solidFill>
              </a:rPr>
              <a:t>NO SEU DIA A DIA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Uma rede é uma mesa de som cheia de botões (os pesos). Treinar é girar cada botão, um pouco de cada vez, até a mistura (a saída) ficar parecida com a música desejada (o alvo). O gradiente é o aviso que diz, para cada botão, em que direção e quanto girar.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600" dirty="0"/>
          </a:p>
        </p:txBody>
      </p:sp>
      <p:pic>
        <p:nvPicPr>
          <p:cNvPr id="3" name="Image 0" descr="Do neurônio de McCulloch e Pitts ao backpropagation e aos métodos de segunda ord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103" y="1005840"/>
            <a:ext cx="723379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Do neurônio de McCulloch e Pitts ao backpropagation e aos métodos de segunda ordem.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neurônio artificial</a:t>
            </a:r>
            <a:endParaRPr lang="en-US" sz="2600" dirty="0"/>
          </a:p>
        </p:txBody>
      </p:sp>
      <p:pic>
        <p:nvPicPr>
          <p:cNvPr id="3" name="Image 0" descr="Soma ponderada das entradas, mais o viés, seguida de uma ativ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5966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9394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 ponderada das entradas, mais o viés, seguida de uma ativação.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neurônio calcula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Soma ponderada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 = w₁x₁ + w₂x₂ + … + wₙxₙ + b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Ativação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f(z)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Em forma vetorial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f(wᵀx + b)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e dimensões</a:t>
            </a:r>
            <a:endParaRPr lang="en-US" sz="2600" dirty="0"/>
          </a:p>
        </p:txBody>
      </p:sp>
      <p:pic>
        <p:nvPicPr>
          <p:cNvPr id="3" name="Image 0" descr="Cada camada multiplica por uma matriz W de dimensão n_l × n_(l−1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96" y="1005840"/>
            <a:ext cx="783740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Cada camada multiplica por uma matriz W de dimensão n_l × n_(l−1).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é diminuir um erro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Resíduo: r = y − t (saída menos alvo)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Erro: E = ½ Σ r²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= escolher θ que torna E pequeno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Mas o objetivo real é acertar em dados novos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rede</a:t>
            </a:r>
            <a:endParaRPr lang="en-US" sz="2600" dirty="0"/>
          </a:p>
        </p:txBody>
      </p:sp>
      <p:pic>
        <p:nvPicPr>
          <p:cNvPr id="3" name="Image 0" descr="Rede treinada com a infraestrutura didática do liv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76" y="1005840"/>
            <a:ext cx="732244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Rede treinada com a infraestrutura didática do livro.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erro de treino com desempenho em dados novos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Escalar os dados usando também validação e teste (vazamento)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Achar que mais neurônios é sempre melhor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Concluir tudo a partir de uma única semente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Supervisionado × não supervisionado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Supervisionado: cada exemplo vem com a resposta (alvo)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Não supervisionado: só os dados, sem resposta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Este livro: supervisionado (regressão e classificação)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Em ambos: separar treino, validação e teste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O que os pesos de uma rede representam?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Os botões que o treino ajusta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Os dados de entrada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O número de amostras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A taxa de aprendizagem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relâmpago 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312E81"/>
                </a:solidFill>
              </a:rPr>
              <a:t>Qual conjunto só deve ser usado no fim, para relatar o desempenho?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A)  Treino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B)  Validação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C)  Teste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886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</a:rPr>
              <a:t>D)  Qualquer um deles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Treine uma rede 1–8–1 em dados sintéticos com três sementes diferentes. Anote o erro final de cada uma. O que a variação entre sementes sugere sobre como relatar resultados?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Neurônio = soma ponderada + ativação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Rede = camadas encadeadas, parâmetros reunidos em θ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Aprender = minimizar E(θ)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Avaliar sempre em dados não vistos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88720"/>
            <a:ext cx="109728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0972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“Aprender é errar menos, de forma sistemática.”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· Capítulo 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1</dc:title>
  <dc:subject>PptxGenJS Presentation</dc:subject>
  <dc:creator>Araken de Medeiros Santos</dc:creator>
  <cp:lastModifiedBy>Araken de Medeiros Santos</cp:lastModifiedBy>
  <cp:revision>1</cp:revision>
  <dcterms:created xsi:type="dcterms:W3CDTF">2026-10-26T13:16:51Z</dcterms:created>
  <dcterms:modified xsi:type="dcterms:W3CDTF">2026-10-26T13:16:51Z</dcterms:modified>
</cp:coreProperties>
</file>