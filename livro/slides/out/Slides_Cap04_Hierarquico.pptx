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576fb9a-0702-52b2-4c01-6b5cb3f87ea8}">
          <p14:sldIdLst>
            <p14:sldId id="256"/>
            <p14:sldId id="257"/>
          </p14:sldIdLst>
        </p14:section>
        <p14:section name="Ideia" id="{e7f002bf-8e9a-832e-ae2e-3f526fcbd0df}">
          <p14:sldIdLst>
            <p14:sldId id="258"/>
            <p14:sldId id="259"/>
            <p14:sldId id="260"/>
          </p14:sldIdLst>
        </p14:section>
        <p14:section name="Dendrograma" id="{830f33ae-51be-951b-9023-2ed6e957f778}">
          <p14:sldIdLst>
            <p14:sldId id="261"/>
            <p14:sldId id="262"/>
            <p14:sldId id="263"/>
          </p14:sldIdLst>
        </p14:section>
        <p14:section name="Ligações" id="{4e6d580b-3183-46c0-a0d4-311c3368fc5b}">
          <p14:sldIdLst>
            <p14:sldId id="264"/>
            <p14:sldId id="265"/>
            <p14:sldId id="266"/>
            <p14:sldId id="267"/>
          </p14:sldIdLst>
        </p14:section>
        <p14:section name="Prática" id="{fbd04014-0842-59e4-f73d-acc88f6e63ee}">
          <p14:sldIdLst>
            <p14:sldId id="268"/>
            <p14:sldId id="269"/>
            <p14:sldId id="270"/>
            <p14:sldId id="271"/>
          </p14:sldIdLst>
        </p14:section>
        <p14:section name="Balanço" id="{3ecaab54-d2f0-4f98-9720-0de6130f6bfc}">
          <p14:sldIdLst>
            <p14:sldId id="272"/>
            <p14:sldId id="273"/>
          </p14:sldIdLst>
        </p14:section>
        <p14:section name="Fixação" id="{311b40bd-284c-fa05-ac10-cb601418d13d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Onde se corta determina quantos ramos (grupos) restam.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A ligação simples usa o vizinho mais próximo, encadeando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Uma fusão feita não é desfeita, e o custo cresce rápido com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a árvore dos dígitos.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128913" y="1114440"/>
            <a:ext cx="173487" cy="1734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7017971" y="826569"/>
            <a:ext cx="152079" cy="15207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758970" y="874557"/>
            <a:ext cx="107664" cy="1076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781377" y="541446"/>
            <a:ext cx="95386" cy="9538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667163" y="1797935"/>
            <a:ext cx="112082" cy="11208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323647" y="1294090"/>
            <a:ext cx="73551" cy="7355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527652" y="478303"/>
            <a:ext cx="109202" cy="10920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299926" y="1339675"/>
            <a:ext cx="75533" cy="7553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349620" y="1477358"/>
            <a:ext cx="160341" cy="16034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659633" y="1797112"/>
            <a:ext cx="83477" cy="8347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7106978" y="1284235"/>
            <a:ext cx="90743" cy="9074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811590" y="1184970"/>
            <a:ext cx="132251" cy="13225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372206" y="751229"/>
            <a:ext cx="108557" cy="1085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368516" y="1155659"/>
            <a:ext cx="64300" cy="643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589323" y="922244"/>
            <a:ext cx="92422" cy="9242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745171" y="1426500"/>
            <a:ext cx="148231" cy="14823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797663" y="2891970"/>
            <a:ext cx="103994" cy="10399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7429074" y="2696387"/>
            <a:ext cx="90084" cy="9008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8415177" y="3144720"/>
            <a:ext cx="74264" cy="742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8361620" y="2738831"/>
            <a:ext cx="95423" cy="9542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870800" y="2484592"/>
            <a:ext cx="67638" cy="6763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8361527" y="2646883"/>
            <a:ext cx="73297" cy="7329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754981" y="2443970"/>
            <a:ext cx="69875" cy="6987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249641" y="2603808"/>
            <a:ext cx="68507" cy="6850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8182924" y="3179662"/>
            <a:ext cx="111049" cy="11104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846417" y="3311157"/>
            <a:ext cx="73190" cy="7319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325933" y="3341949"/>
            <a:ext cx="168769" cy="16876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768590" y="3326892"/>
            <a:ext cx="71752" cy="717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8062810" y="3305845"/>
            <a:ext cx="88810" cy="8881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8313529" y="2464736"/>
            <a:ext cx="98842" cy="9884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7123459" y="2805823"/>
            <a:ext cx="147085" cy="14708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880451" y="2755489"/>
            <a:ext cx="90190" cy="9019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5965616" y="3967600"/>
            <a:ext cx="173322" cy="17332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524189" y="3279293"/>
            <a:ext cx="133670" cy="13367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6213136" y="3959840"/>
            <a:ext cx="134422" cy="13442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054981" y="4156477"/>
            <a:ext cx="91940" cy="919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5725891" y="4163300"/>
            <a:ext cx="74944" cy="749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6410697" y="3705882"/>
            <a:ext cx="84388" cy="843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5454170" y="3296393"/>
            <a:ext cx="71335" cy="7133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5767114" y="4039394"/>
            <a:ext cx="97073" cy="9707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5750253" y="3542641"/>
            <a:ext cx="86265" cy="8626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6404838" y="3973742"/>
            <a:ext cx="133977" cy="13397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244738" y="3693493"/>
            <a:ext cx="123180" cy="1231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674576" y="4031704"/>
            <a:ext cx="116187" cy="11618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890537" y="3830134"/>
            <a:ext cx="142101" cy="14210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538247" y="3589220"/>
            <a:ext cx="81645" cy="8164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772592" y="3547259"/>
            <a:ext cx="133526" cy="13352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045449" y="3571807"/>
            <a:ext cx="108862" cy="10886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819968" y="1492711"/>
            <a:ext cx="159442" cy="1594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7825412" y="797596"/>
            <a:ext cx="162142" cy="1621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486763" y="1065879"/>
            <a:ext cx="123080" cy="123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168507" y="924710"/>
            <a:ext cx="100979" cy="10097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198889" y="602509"/>
            <a:ext cx="94210" cy="9421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547794" y="971048"/>
            <a:ext cx="69401" cy="6940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474754" y="1204808"/>
            <a:ext cx="105534" cy="10553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7948724" y="779851"/>
            <a:ext cx="168297" cy="16829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573249" y="658857"/>
            <a:ext cx="130569" cy="13056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8543566" y="1446907"/>
            <a:ext cx="68575" cy="6857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7562413" y="867747"/>
            <a:ext cx="116239" cy="11623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141083" y="989698"/>
            <a:ext cx="127455" cy="12745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8326067" y="1236832"/>
            <a:ext cx="106449" cy="10644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7761497" y="622784"/>
            <a:ext cx="98529" cy="9852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7586816" y="813519"/>
            <a:ext cx="96966" cy="9696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259987" y="1527453"/>
            <a:ext cx="161480" cy="16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945488" y="1578391"/>
            <a:ext cx="74241" cy="7424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547748" y="2611474"/>
            <a:ext cx="143914" cy="1439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7192695" y="2778964"/>
            <a:ext cx="94880" cy="94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298671" y="1872653"/>
            <a:ext cx="143053" cy="14305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831363" y="2297304"/>
            <a:ext cx="119719" cy="11971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795653" y="2743277"/>
            <a:ext cx="66797" cy="6679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6848936" y="2745914"/>
            <a:ext cx="113989" cy="1139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481402" y="1799231"/>
            <a:ext cx="170727" cy="17072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7245334" y="2449955"/>
            <a:ext cx="110980" cy="1109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666425" y="1893472"/>
            <a:ext cx="121061" cy="12106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985667" y="1982846"/>
            <a:ext cx="73044" cy="7304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465254" y="2480633"/>
            <a:ext cx="119058" cy="11905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7452792" y="2316215"/>
            <a:ext cx="88033" cy="880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7077955" y="2054905"/>
            <a:ext cx="153677" cy="15367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363185" y="1896915"/>
            <a:ext cx="111007" cy="11100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7247519" y="1783084"/>
            <a:ext cx="105534" cy="10553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Hierárquico: a Árvore de Semelhanças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família ao dendrograma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divisivo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um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ligações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simples, completa, média, Ward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grupos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cortando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árvore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 genealógica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Primos formam uma família, famílias formam um clã, clãs formam um povo. Os dados também têm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 parentesco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4_taxonomia" descr="f4_taxonom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195" y="1234440"/>
            <a:ext cx="3822729" cy="2377440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vez de um corte, uma árvore inteira.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estratégias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Aglomerativa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para cima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ponto começa só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os mais próximos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mais usada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Divisiva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cima para baixo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começa junto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dividindo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cara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é mais barato que dividir.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Aglomerativo em 4 passos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cada ponto é um grupo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distâncias entre grupos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os dois mais próximos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até sobrar um grupo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Fundir, fundir, fundir.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4_dendro" descr="f4_dend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383" y="1188720"/>
            <a:ext cx="4413235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altura é a distância da fusão.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a árvore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Folhas: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pontos</a:t>
            </a:r>
            <a:endParaRPr lang="en-US" sz="19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Ramos: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fusões</a:t>
            </a:r>
            <a:endParaRPr lang="en-US" sz="19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Altura: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quão diferentes eram</a:t>
            </a:r>
            <a:endParaRPr lang="en-US" sz="19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grupos distantes</a:t>
            </a:r>
            <a:endParaRPr lang="en-US" sz="19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alto, mais diferentes.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Cortando a árvore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4_corte" descr="f4_cor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47" y="1188720"/>
            <a:ext cx="4938906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horizontal = escolha de 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entre grupos?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dois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mede-se a distância entre os sócios mais próximos, os mais distantes, ou a média de todos? Cada escolha dá um resultado.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ligação é a regra do jogo.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quatro ligações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4_ligacoes" descr="f4_ligaco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38635"/>
            <a:ext cx="7498080" cy="2134809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ligação enxerga um tipo de grupo.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ligações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Ligação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 a formar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mais próximo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Correntes (encadeamento)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mais distante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compactos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dos pares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Equilíbrio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Aumento de variância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Grupos esféricos e iguais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comece com Ward.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 corrente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encadeia pontos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unir grupos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acha formas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alongadas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elo fraco junta dois clubes.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SciPy: dendrograma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607820"/>
          </a:xfrm>
          <a:prstGeom prst="roundRect">
            <a:avLst>
              <a:gd name="adj" fmla="val 45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scipy.cluster.hierarchy import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linkage, dendrogram, fcluster)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linkage(X, method="ward")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dendrogram(Z)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= fcluster(Z, t=3, criterion="maxclust")</a:t>
            </a:r>
            <a:endParaRPr lang="en-US" sz="14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`linkage`: constrói a árvore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`dendrogram`: desenha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`fcluster`: corta e devolve os grupos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inteira em 3 linhas.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226820"/>
          </a:xfrm>
          <a:prstGeom prst="roundRect">
            <a:avLst>
              <a:gd name="adj" fmla="val 59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AgglomerativeClustering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 = AgglomerativeClustering(n_clusters=3,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linkage="ward")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= ag.fit_predict(X)</a:t>
            </a:r>
            <a:endParaRPr lang="en-US" sz="12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ideia, interface padrão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`linkage`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predict para dados novos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árvore, API conhecida.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 é fiel?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cofenética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distâncias da árvore e originais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boa fidelidade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ligações por ela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perto de 1, mais fiel.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+ árvore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4_heatmap" descr="f4_heat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213" y="1188720"/>
            <a:ext cx="3359573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linhas e colunas ao mesmo tempo.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Prós e contras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k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antemão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 interpretável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pior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Fusões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irreversíveis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ruído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centenas, difícil para milhões.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Hierárquico × K-means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esféricos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claros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Hierárquico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variadas (ligação)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completa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pelo tamanho e pela pergunta.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baixo para cima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das fusões.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corrente?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Cofenética?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árvore.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corte horizontal do dendrograma serve para: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os dados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número de grupos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outliers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ligação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ligação tende a produzir o 'efeito corrente'?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limitação do hierárquico é: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k antes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Fusões irreversíveis e custo alto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gera visualização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com 2 dimensões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dendrograma de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pontos à mão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ligações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ARI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por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por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 colunas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 clustermap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Dendrogramas comparados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ARI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Clustermap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fusões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define o resultado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= escolha de k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alto em dados grandes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5: Densidade (DBSCAN, OPTICS, HDBSCAN)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4 — Agrupamento Hierárquico: a Árvore de Semelhanças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2026-10-26T18:42:49Z</dcterms:created>
  <dcterms:modified xsi:type="dcterms:W3CDTF">2026-10-26T18:42:49Z</dcterms:modified>
</cp:coreProperties>
</file>