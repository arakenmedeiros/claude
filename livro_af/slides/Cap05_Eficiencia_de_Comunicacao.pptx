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02a6091-4bb2-2fd2-2275-0cefd4551d60}">
          <p14:sldIdLst>
            <p14:sldId id="256"/>
            <p14:sldId id="257"/>
            <p14:sldId id="258"/>
          </p14:sldIdLst>
        </p14:section>
        <p14:section name="Conteúdo" id="{1b9a6edc-25fe-ce29-1340-459072e8435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rática e fechamento" id="{9f9fac2e-de41-b048-56a3-835800e044d2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enviar um vídeo grande pelo celular em conexão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fatos: upload mais lento, modelos grandes, clientes instáveis.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Conta: 20 MB × 8 / 5 Mbit/s = 32 s; descida a 20 Mbit/s = 8 s; treino 30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lenta a rede, maior o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capítulo foca em quantização e esparsificação.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atualização (delta) é aproximada por poucos degraus.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Arredondar sempre para o mais próximo gera erro sistemático que se acumula.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Custo: valor (4 bytes) + índice (2 bytes) por item enviado.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Referências: Stich et al. (2018) e Karimireddy et al. (2019).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apenas a ideia; o arquivo completo está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Experimento: 20 clientes Dirichlet α = 1, 30 rodadas, 3 sementes. 1 bit já machuca (0,934).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Top-10% com memória de erro iguala o float32 (0,959) com ~7× menos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métodos por acurácia e bytes, nunca só por acurácia.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Comprimir não é garantia de privacidade (Capítulo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fixação; cite o top-1% que gasta só 22 KB e não aproveita o orçamento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20 × 8 = 160 Mbit; 160 / 5 = 32 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650 × 4 bytes = 2.600 bytes.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 1 bit, a acurácia caiu para cerca de 0,93.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II — DESAFIOS DO TREINO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Falando Menos: Eficiência de Comunicação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Cada byte conta quando a rede é lenta.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por que a comunicação é o principal gargalo do aprendizado federado.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Estimar o tempo total de um treino federado a partir de computação e comunicação.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Aplicar quantização com arredondamento estocástico a atualizações de modelo.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Aplicar esparsificação top-k e explicar o papel da memória de erro (error feedback).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Comparar métodos pela relação entre acurácia e bytes enviados.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Reconhecer outras estratégias: menos rodadas, menos clientes e modelos menores.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gargalo da rede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Quantização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Esparsificação e memória de erro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Acurácia × bytes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 subida costuma ser o trecho mais lento e mais caro.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Por isso comprimimos a atualização.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rápida, subida lenta</a:t>
            </a:r>
            <a:endParaRPr lang="en-US" sz="3200" dirty="0"/>
          </a:p>
        </p:txBody>
      </p:sp>
      <p:pic>
        <p:nvPicPr>
          <p:cNvPr id="3" name="figura f5_assimetria" descr="f5_assimet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912" y="1188720"/>
            <a:ext cx="722217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O cliente baixa o modelo e sobe a atualização a cada rodada.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dura um treino federado?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 ≈ R · (t_comp + t_sub + t_desc)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 rodadas; tempos de treino, subida e descida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Exemplo: 20 MB sobem a 5 Mbit/s em 32 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Rodada de 70 s: 500 rodadas levam 9,7 horas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enviar uma foto em alta ou reduzida leva tempos muito diferentes.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 a subida muda o jogo</a:t>
            </a:r>
            <a:endParaRPr lang="en-US" sz="3200" dirty="0"/>
          </a:p>
        </p:txBody>
      </p:sp>
      <p:pic>
        <p:nvPicPr>
          <p:cNvPr id="3" name="figura f5_tempo" descr="f5_te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686" y="1188720"/>
            <a:ext cx="8106629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Com subida 8× menor, a rodada de 70 s cai para 42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estratégias</a:t>
            </a:r>
            <a:endParaRPr lang="en-US" sz="3200" dirty="0"/>
          </a:p>
        </p:txBody>
      </p:sp>
      <p:graphicFrame>
        <p:nvGraphicFramePr>
          <p:cNvPr id="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Estratégia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Ideia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Menos rodadas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Mais cálculo local (FedAvg, E maior)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Menos clientes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Sortear menos por rodada (C menor)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Modelo menor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Adaptadores, camadas menores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Quantização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bits por parâmetro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Esparsificação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Enviar só os valores importantes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Quantização: menos bits por número</a:t>
            </a:r>
            <a:endParaRPr lang="en-US" sz="3200" dirty="0"/>
          </a:p>
        </p:txBody>
      </p:sp>
      <p:pic>
        <p:nvPicPr>
          <p:cNvPr id="3" name="figura f5_quant" descr="f5_qu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7147"/>
            <a:ext cx="8229600" cy="2280665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Com 2 bits há só 4 níveis; com 4 bits, 16.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Arredondamento estocástico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Subir ao degrau de cima com probabilidade = parte fracionária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Valor em 2,3: vai a 3 com chance 0,3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Em média o resultado é 2,3: sem viés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Ao somar clientes, os erros se cancelam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como sortear moedas viciadas: no longo prazo, o resultado é fiel.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Esparsificação top-k</a:t>
            </a:r>
            <a:endParaRPr lang="en-US" sz="3200" dirty="0"/>
          </a:p>
        </p:txBody>
      </p:sp>
      <p:pic>
        <p:nvPicPr>
          <p:cNvPr id="3" name="figura f5_topk" descr="f5_top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849" y="1188720"/>
            <a:ext cx="5870302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Só os valores de maior módulo são enviados, com seus índices.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erro: o que foi cortado é adiado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Sem ela, valores pequenos nunca são enviados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 cliente guarda o resíduo do que não enviou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Soma o resíduo à próxima atualização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Essencial na esparsificação agressiva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pagar uma dívida em parcelas: nada se perde, só se adia.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e top-k em poucas linhas</a:t>
            </a:r>
            <a:endParaRPr lang="en-US" sz="3200" dirty="0"/>
          </a:p>
        </p:txBody>
      </p:sp>
      <p:sp>
        <p:nvSpPr>
          <p:cNvPr id="3" name="fundo codigo"/>
          <p:cNvSpPr/>
          <p:nvPr/>
        </p:nvSpPr>
        <p:spPr>
          <a:xfrm>
            <a:off x="457200" y="123444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codigo"/>
          <p:cNvSpPr txBox="1"/>
          <p:nvPr/>
        </p:nvSpPr>
        <p:spPr>
          <a:xfrm>
            <a:off x="594360" y="1325880"/>
            <a:ext cx="7955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quantizar(delta, bits, rng):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niveis = 2**bits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(delta-lo)/(hi-lo)*niveis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np.floor(z)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base + (rng.random(z.shape)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 z - base)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 + z/niveis*(hi-lo)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top_k(delta, frac):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max(1, int(frac*delta.size))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corte = np.sort(np.abs(delta).ravel())[-k]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np.where(np.abs(delta) &gt;= corte,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delta, 0.0)</a:t>
            </a:r>
            <a:endParaRPr lang="en-US" sz="1200" dirty="0"/>
          </a:p>
        </p:txBody>
      </p:sp>
      <p:sp>
        <p:nvSpPr>
          <p:cNvPr id="5" name="nota codigo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Código completo no arquivo compressao.py do capítulo.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 na prática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4×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menos bytes com 8 bits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15×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menos bytes com 2 bits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0,955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acurácia com 2 bits (float32: 0,959)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uma foto reduzida ainda mostra o rosto.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com e sem memória de erro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0,867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top-1% sem memória de erro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0,941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top-1% com memória de erro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72×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menos bytes de subida (11 KB contra 762 KB)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sem a memória, a dívida some; com ela, só atrasa.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× bytes</a:t>
            </a:r>
            <a:endParaRPr lang="en-US" sz="3200" dirty="0"/>
          </a:p>
        </p:txBody>
      </p:sp>
      <p:pic>
        <p:nvPicPr>
          <p:cNvPr id="3" name="figura f5_tradeoff" descr="f5_tradeof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246" y="1188720"/>
            <a:ext cx="4947507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O melhor método está no canto superior esquerdo.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ideias para economizar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Comprimir também a descida (com cuidado)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signSGD: enviar só o sinal (1 bit)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Treinar só parte do modelo: adaptadores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FedPAQ: passos locais + quantização + participação parcial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mande o resumo, e não o livro inteiro.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Compare por acurácia e por bytes. Nunca só por acurácia.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Se sobra banda, não economize demais.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 modelo ocupa 20 MB e a subida é de 5 Mbit/s. Qual o tempo de subida (1 byte = 8 bits)?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32 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Quantos bytes ocupam 650 parâmetros em 32 bits?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650.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1.300.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2.600.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5.200.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Quantos bits por parâmetro já começam a prejudicar a acurácia no experimento?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bit.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bits.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bits.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Nenhum, nem 1 bit.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Viés do arredondamento: determinístico contra estocástico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Calculadora de tempo por rodada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Esparsificação com e sem memória de erro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Quantização com dados muito heterogêneos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Orçamento de comunicação: qual configuração escolher?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subida costuma ser o trecho mais caro: modelos grandes, redes lentas, clientes instáveis.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Tempo total ≈ rodadas × (computação + subida + descida).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Quantização reduz bits por parâmetro; o arredondamento estocástico evita viés.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Esparsificação top-k envia só os maiores valores; precisa enviar também os índices.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Memória de erro guarda o que foi cortado e o reinclui depois: essencial na esparsificação forte.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Compare métodos por acurácia × bytes, não só por acurácia.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Menos bytes, mesma acurácia: a arte de falar pouco.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cada um do seu jeito — personalização.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5 — Falando Menos: Eficiência de Comunicação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2026-10-27T00:03:30Z</dcterms:created>
  <dcterms:modified xsi:type="dcterms:W3CDTF">2026-10-27T00:03:30Z</dcterms:modified>
</cp:coreProperties>
</file>