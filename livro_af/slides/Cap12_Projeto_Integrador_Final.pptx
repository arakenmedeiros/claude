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5bdab074-c63b-ba99-3252-0780cccfc92a}">
          <p14:sldIdLst>
            <p14:sldId id="256"/>
            <p14:sldId id="257"/>
            <p14:sldId id="258"/>
          </p14:sldIdLst>
        </p14:section>
        <p14:section name="Conteúdo" id="{7f17c6b5-b408-a30a-cc23-30162b231eb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rática e fechamento" id="{adc1f5cf-fa99-7b0d-4fdb-6ecbc7679568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Dígitos manuscritos como substituto de dados clínicos.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uma vira uma etapa.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geral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ASR e acurácia por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Registrar 8 e 4 bits, ε, percentil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Percentil 10 mostra quem fica para 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Média de 3 sementes.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método tem um preço.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Escreva para quem não é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Comunicação (15% da nota).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Limitações reconhecidas valem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Com 2 de 20 clientes maliciosos, o backdoor funciona com a média.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Evita que valores pequenos nunca sejam enviados.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A. Privacidade e robustez colidem.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12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12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E68A"/>
                </a:solidFill>
              </a:rPr>
              <a:t>PARTE V — PROJETO FINAL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Projeto Integrador Final: do Problema ao Relatório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Juntar tudo: qualidade, segurança, custo e privacidade.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Conduzir um estudo federado completo, da pergunta ao relatório.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Combinar agregação robusta, compressão, privacidade e personalização em um mesmo motor de simulação.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Avaliar o sistema por cliente e sob ataque, e não apenas pela acurácia global.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Justificar escolhas técnicas com números e reconhecer limitações.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Redigir um parecer técnico claro para quem decide.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desafio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 nove etapas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Resultados de referência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relatório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Projeto real é uma sequência de compromissos.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Qualidade × custo × privacidade × robustez.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 Saúde: o cenário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20 clínicas, dados que não saem delas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Rótulos muito heterogêneos (Dirichlet α = 0,3)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Rede lenta entre as clínicas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Comitê de ética quer saber o preço da privacidade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uma orquestra em que cada músico toca em outra cidade.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preocupações da diretoria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Qualidade em cada clínica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Dados diferentes (não-IID)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2 clínicas podem estar comprometidas (backdoor)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Custo de comunicação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Privacidade dos pacientes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uma obra com cinco fiscais ao mesmo tempo.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nove etapas</a:t>
            </a:r>
            <a:endParaRPr lang="en-US" sz="3200" dirty="0"/>
          </a:p>
        </p:txBody>
      </p:sp>
      <p:pic>
        <p:nvPicPr>
          <p:cNvPr id="3" name="figura f12_etapas" descr="f12_eta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619" y="1188720"/>
            <a:ext cx="6342763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Do diagnóstico dos dados ao relatório.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1 a 4</a:t>
            </a:r>
            <a:endParaRPr lang="en-US" sz="3200" dirty="0"/>
          </a:p>
        </p:txBody>
      </p:sp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Pergunta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1. Diagnóstico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Quão heterogêneos são os clientes?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2. Linha de base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Como se sai o FedAvg?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3. Ameaça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 backdoor funciona?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4. Robustez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 agregador resolve?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5 a 9</a:t>
            </a:r>
            <a:endParaRPr lang="en-US" sz="3200" dirty="0"/>
          </a:p>
        </p:txBody>
      </p:sp>
      <p:graphicFrame>
        <p:nvGraphicFramePr>
          <p:cNvPr id="10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Pergunta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5. Comunicação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Quantos bytes economizar?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6. Privacidade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 o preço da DP?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7. Personalização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 ajuste fino ajuda?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8. Síntese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 configuração recomendar?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9. Relatório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Como explicar a decisão?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Meça o que importa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Por cliente, e não só na média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Sob ataque, e não só limpo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Por byte, e não só por rodada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 várias sementes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um boletim com todas as matérias, e não só a média geral.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referência</a:t>
            </a:r>
            <a:endParaRPr lang="en-US" sz="3200" dirty="0"/>
          </a:p>
        </p:txBody>
      </p:sp>
      <p:pic>
        <p:nvPicPr>
          <p:cNvPr id="3" name="figura f12_resultados" descr="f12_result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25851"/>
            <a:ext cx="8229600" cy="2943258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ASR do backdoor, tráfego de subida e acurácia média por cliente, para seis configurações.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resultado ensina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média fica vulnerável ao backdoor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mediana barra o ataque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Quantizar economiza bytes com perda pequena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 DP exige muitos clientes para ser útil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cada ferramenta tem preço e benefício.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relatório de uma página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Resumo executivo (3 linhas)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Cenário e método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Resultados em tabela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Riscos e limitações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Recomendação e próximos passos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resumo do jogo para quem não viu a partida.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escrever para quem decide</a:t>
            </a:r>
            <a:endParaRPr lang="en-US" sz="3200" dirty="0"/>
          </a:p>
        </p:txBody>
      </p:sp>
      <p:sp>
        <p:nvSpPr>
          <p:cNvPr id="3" name="coluna Evite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Evite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Evite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ASR caiu para 0,00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ε = 14</a:t>
            </a:r>
            <a:endParaRPr lang="en-US" sz="1500" dirty="0"/>
          </a:p>
        </p:txBody>
      </p:sp>
      <p:sp>
        <p:nvSpPr>
          <p:cNvPr id="6" name="coluna Prefira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Prefira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Prefira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 a mediana, o ataque deixou de funcionar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 proteção formal é fraca com poucos clientes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traduza o placar em resultado do jogo.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avaliação</a:t>
            </a:r>
            <a:endParaRPr lang="en-US" sz="3200" dirty="0"/>
          </a:p>
        </p:txBody>
      </p:sp>
      <p:graphicFrame>
        <p:nvGraphicFramePr>
          <p:cNvPr id="1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Critério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Correção técnica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Cobertura das nove etapas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Análise dos compromissos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Comunicação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Rigor e ética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Um resultado honesto vale mais que um resultado bonito.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Documente as limitações.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 base do projeto (média sem proteção), o ASR foi de cerca de: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0,70.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0,00.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0,10.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1,00 em todas as sementes.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memória de erro (error feedback) é essencial para: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esparsificação agressiva, pois guarda o que foi cortado e o envia depois.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aumentar o ASR.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aumentar o lote.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eliminar o servidor.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Por que a agregação segura e a detecção de clientes maliciosos entram em tensão?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Para detectar atualizações suspeitas, o servidor precisa vê-las, e a agregação segura as esconde.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ambas usam ruído.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ambas são lentas.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Porque não há tensão.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rojeto"/>
          <p:cNvSpPr/>
          <p:nvPr/>
        </p:nvSpPr>
        <p:spPr>
          <a:xfrm>
            <a:off x="457200" y="13258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itulo projeto"/>
          <p:cNvSpPr txBox="1"/>
          <p:nvPr/>
        </p:nvSpPr>
        <p:spPr>
          <a:xfrm>
            <a:off x="68580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Federa Saúde: a decisão final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Meça por cliente, sob ataque e por byte.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794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Nenhuma técnica resolve tudo; as defesas se combinam.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41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Privacidade e robustez estão em tensão; heterogeneidade e robustez também.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449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Documente limitações. Um resultado honesto vale mais que um resultado bonito.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Parabéns: você percorreu o livro inteiro.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Fim da jornada. Continue com os problemas em aberto de Kairouz et al. (2021).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12 — Projeto Integrador Final: do Problema ao Relatório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2026-10-27T00:05:55Z</dcterms:created>
  <dcterms:modified xsi:type="dcterms:W3CDTF">2026-10-27T00:05:55Z</dcterms:modified>
</cp:coreProperties>
</file>