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56b9708-503c-1565-3c9e-72d6be0948d5}">
          <p14:sldIdLst>
            <p14:sldId id="256"/>
            <p14:sldId id="257"/>
            <p14:sldId id="258"/>
          </p14:sldIdLst>
        </p14:section>
        <p14:section name="Conteúdo" id="{0cbba378-7189-08fe-926d-b3aac1dc1ae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ática e fechamento" id="{628b2d4a-98e2-5cef-fb42-62717eed26f1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com a analogia da camisa.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cotidiano antes da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Aviso: o teste local deve vir dos dados daquele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P(y | x) muda entre grupos, o modelo global não pode acertar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 et al. (2022) organizam a literatura em duas grandes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2 explora o número de épocas.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Semelhante ao FedProx, mas aqui a coleira define o modelo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FedRep (Collins et al., 2021). A cabeça não é enviada, o que também economiza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Média: global 0,95; ajuste fino 0,97. Pior cliente do só local: 0,17.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clientes, Dirichlet α = 0,1, 5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Ghosh et al. (2020). K é um hiperparâmetro.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Ajuste fino com 5 épocas não desfaz o que o global aprendeu. IFCA recuperou os três grupos nas três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do capítulo: unidades novas com 5, 20 ou 50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90% dos clientes têm acurácia pelo menos igual a esse valor.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corpo é compartilhado; a cabeça é pessoal.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Sem dados locais não há como personalizar.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 — DESAFIOS DO TREINO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Cada Um do Seu Jeito: Personalização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Camisa de prateleira ou sob medida?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por que um único modelo global pode servir mal a certos clientes.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a qualidade por cliente, incluindo o pior cliente e o percentil 10.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as grandes famílias de personalização: ajuste fino, regularização, partição do modelo, agrupamento e meta-aprendizado.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Implementar ajuste fino local, o método Ditto e o agrupamento iterativo de clientes (IFCA).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Interpretar experimentos em que o modelo global falha, como na mudança de conceito.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Quando o global não serve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Famílias de personalização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Ditto e ajuste fino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Agrupamento: IFCA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 modelo global é a camisa de prateleira. A personalização é o alfaiate.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Bom na média, mas pode vestir mal alguns clientes.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teclado e o teclado de todos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Aprende com milhões de pessoas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Mas você usa gírias e nomes que ninguém mais usa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Bom teclado: combina o coletivo com o seu jeito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É a personalização em ação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garçom que conhece o cardápio da casa e o seu pedido de sempre.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por cliente, não só na média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Média entre clientes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Pior cliente: o menos bem servido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Percentil 10: 90% dos clientes ficam ao menos nisso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Teste local: com dados do próprio cliente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média da turma esconde o aluno que está sendo deixado para trás.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conceito: nenhum modelo único serve</a:t>
            </a:r>
            <a:endParaRPr lang="en-US" sz="3200" dirty="0"/>
          </a:p>
        </p:txBody>
      </p:sp>
      <p:pic>
        <p:nvPicPr>
          <p:cNvPr id="3" name="figura f6_conceito_ideia" descr="f6_conceito_ide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2311"/>
            <a:ext cx="8229600" cy="2530338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Mesmos pontos, rótulos opostos em dois grupos.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das estratégias</a:t>
            </a:r>
            <a:endParaRPr lang="en-US" sz="3200" dirty="0"/>
          </a:p>
        </p:txBody>
      </p:sp>
      <p:pic>
        <p:nvPicPr>
          <p:cNvPr id="3" name="figura f6_taxonomia" descr="f6_taxonom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02" y="1188720"/>
            <a:ext cx="66145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Ajuste fino, regularização, partição, agrupamento, multitarefa, meta.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local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Receba o global e treine mais um pouco com seus dados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Sem custo extra de comunicação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Poucos passos: ajusta pouco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Passos demais: esquece o global e sobreajusta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pegar a camisa pronta e pedir a barra no alfaiate.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Ditto: modelo pessoal com coleira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cliente tem o global e um modelo pessoal v_k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Minimiza F_k(v_k) + (λ/2) ‖v_k − w‖²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λ = 0: só o erro local (≈ ajuste fino)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λ muito grande: igual ao global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λ é o quanto você confia no coletivo.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compartilhado, cabeça pessoal</a:t>
            </a:r>
            <a:endParaRPr lang="en-US" sz="3200" dirty="0"/>
          </a:p>
        </p:txBody>
      </p:sp>
      <p:pic>
        <p:nvPicPr>
          <p:cNvPr id="3" name="figura f6_partilha" descr="f6_partil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678" y="1188720"/>
            <a:ext cx="7388644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Conhecimento geral é de todos; a decisão final é de cada 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A: poucos rótulos por cliente</a:t>
            </a:r>
            <a:endParaRPr lang="en-US" sz="3200" dirty="0"/>
          </a:p>
        </p:txBody>
      </p:sp>
      <p:pic>
        <p:nvPicPr>
          <p:cNvPr id="3" name="figura f6_rotulos" descr="f6_rotu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006" y="1188720"/>
            <a:ext cx="498798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Ajuste fino e Ditto elevam média e percentil 10; só local falha no cliente pobre.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experimento A mostrou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0,95 → 0,97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média por cliente com ajuste fino ou Ditto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0,88 → 0,93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percentil 10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0,17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pior cliente do modelo só local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sozinho vai bem quem tem muitos dados; colaborar protege quem tem poucos.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IFCA: agrupar sem saber os grupos</a:t>
            </a:r>
            <a:endParaRPr lang="en-US" sz="3200" dirty="0"/>
          </a:p>
        </p:txBody>
      </p:sp>
      <p:pic>
        <p:nvPicPr>
          <p:cNvPr id="3" name="figura f6_ifca" descr="f6_if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12" y="1188720"/>
            <a:ext cx="722217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cliente escolhe o modelo de menor perda; o servidor faz a média por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conceito: o IFCA brilha</a:t>
            </a:r>
            <a:endParaRPr lang="en-US" sz="3200" dirty="0"/>
          </a:p>
        </p:txBody>
      </p:sp>
      <p:pic>
        <p:nvPicPr>
          <p:cNvPr id="3" name="figura f6_conceito" descr="f6_conce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262" y="1188720"/>
            <a:ext cx="4725476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Global 0,38; só local 0,87; ajuste fino 0,79; IFCA 0,93.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novo: o que fazer?</a:t>
            </a:r>
            <a:endParaRPr lang="en-US" sz="3200" dirty="0"/>
          </a:p>
        </p:txBody>
      </p:sp>
      <p:sp>
        <p:nvSpPr>
          <p:cNvPr id="3" name="coluna Com poucos dados (cold start)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Com poucos dados (cold start)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Com poucos dados (cold start)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Global falha em mudança de conceito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local precisa de muitos exemplos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Ajuste fino melhora devagar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Modelo do grupo (IFCA): ≈ 0,93 com 5 exemplos</a:t>
            </a:r>
            <a:endParaRPr lang="en-US" sz="1500" dirty="0"/>
          </a:p>
        </p:txBody>
      </p:sp>
      <p:sp>
        <p:nvSpPr>
          <p:cNvPr id="6" name="coluna Cuidados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Cuidados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Cuidados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Memória extra para modelos pessoais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Modelos pessoais memorizam mais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IFCA envia K modelos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Errar K para menos é pior que para mais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para escolher entre K camisas bastam poucas medidas.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Personalizar não é só ajustar no final.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Com conceitos diferentes, agrupe primeiro e treine dentro do grupo.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que mede o percentil 10 da acurácia entre clientes?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valor abaixo do qual estão os 10% piores clientes.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média dos 10 melhores clientes.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acurácia do décimo cliente.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número de clientes com 10 exemplos.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 partição do modelo (FedRep), a "cabeça" é: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camada final, pessoal e treinada apenas localmente.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primeira camada, compartilhada.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conjunto de teste.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que é o problema de cold start (cliente novo) na personalização?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cliente novo não tem dados para personalizar e precisa começar com o modelo global ou ser associado a um grupo.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 reinicia.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some.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dados são apagados.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Avaliando o modelo global cliente a cliente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Quantas épocas de ajuste fino?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botão λ do Ditto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IFCA com o número errado de grupos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Chegou um cliente novo: o que fazer com poucos dados?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modelo global pode servir mal a certos clientes: meça por cliente (média, pior, percentil 10).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Ajuste fino: continuar o treino com dados locais. Ditto: modelo pessoal com coleira λ ao global.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Partição: corpo compartilhado, cabeça pessoal. Agrupamento (IFCA): um modelo por grupo.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Per-FedAvg: um ponto de partida que se adapta rápido.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 mudança de conceito, o global falha e o agrupamento brilha.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Modelos locais puros protegem a média, mas deixam mal quem tem pouco dado.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Cada cliente merece um modelo à sua medida.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o que pode vazar — ameaças à privacidade.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6 — Cada Um do Seu Jeito: Personalização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2026-10-27T00:03:30Z</dcterms:created>
  <dcterms:modified xsi:type="dcterms:W3CDTF">2026-10-27T00:03:30Z</dcterms:modified>
</cp:coreProperties>
</file>