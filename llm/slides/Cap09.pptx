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9: Desenvolvimento de aplicações em Python.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dizendo que este capítulo trata de engenharia de software, não de inteligência artificial. O componente central, o modelo, é caro, externo, probabilístico e muda com o tempo, e isso faz as boas práticas de software pesarem mais. Leia os seis objetivos e peça que a turma marque qual deles lhe parece mais urgente em um projeto real. Avise a regra de honestidade do capítulo: não havia acesso a serviços de LLM nem a modelos neste ambiente, então a arquitetura, o recuo, o mascaramento, o registro e os testes foram executados de verdade com um provedor simulado, enquanto os adaptadores para serviços reais e modelos locais não foram executados. Diga que vamos conferir sempre a documentação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 situação inicial do capítulo como uma história. O protótipo do assistente funcionou na primeira demonstração. Duas semanas depois, em produção, a chave estava escrita no código e foi parar no repositório compartilhado; o serviço externo ficou indisponível por dez minutos e o sistema inteiro travou; um pico de uso estourou o limite de requisições e todos receberam erro; a empresa quis trocar de provedor e descobriu as chamadas espalhadas por 40 arquivos; e ninguém soube responder qual prompt e qual modelo geraram uma resposta antiga. Pergunte à turma qual desses problemas já viveu em outro software. Conclua: nenhum é sobre inteligência artificial, todos são de engenharia, e vamos resolver cada um ao longo do capítulo.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adaptador de tomada para explicar portas e adaptadores. Quem viaja não manda reformar o secador de cabelo para cada país: leva um adaptador. Na aplicação, a lógica de negócio, que recupera contexto, monta o prompt e valida a saída, é o secador. O provedor do modelo, seja um serviço remoto ou um modelo local, é a tomada. A interface, que no capítulo chamamos de ProvedorLLM, é o encaixe combinado, e cada adaptador traduz esse encaixe para as convenções de um provedor específico. O erro mais caro é espalhar chamadas específicas por todo o código. Pergunte: quantos arquivos você precisaria mudar hoje se trocasse de provedor? Se a resposta for muitos, falta um adaptador.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cinco etapas como a espinha dorsal do capítulo, e diga que cada seção seguinte detalha uma delas. Preparar a entrada inclui limpar o texto, mascarar dados pessoais, montar o prompt e contar tokens. Chamar o modelo exige tempo limite e novas tentativas. Validar a saída retoma o que vimos no Capítulo 8: formato, esquema e regras. Tratar falhas significa decidir o que fazer quando algo dá errado, como repetir, usar um plano B ou chamar uma pessoa. Registrar deixa o rastro que permite responder depois. Pergunta à turma: em qual dessas etapas um erro custaria mais caro em um sistema de atendimento? Não há resposta única, mas vale justificar.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figura mostra a arquitetura em camadas. No topo, a lógica da aplicação; no meio, a interface; embaixo, os adaptadores para cada serviço ou modelo local. A seta de dependência aponta sempre para a interface, nunca para um provedor específico. Isso é o padrão de portas e adaptadores. Em Python, typing.Protocol descreve a interface sem exigir herança. Peça que a turma aponte na figura onde ficaria um provedor simulado para testes: ele é só mais um adaptador, o que permite desenvolver e testar tudo sem acessar serviços externos. Reforce que o provedor simulado do capítulo não é um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a aplicação roda de ponta a ponta com o provedor simulado, que extrai do contexto a frase mais parecida com a pergunta. Ele não é um LLM e não reproduz suas falhas. A saída real mostra a resposta com a fonte D12 para a pergunta da multa, e, para a capital da Austrália, a resposta não consta, sem fonte. Note quem impôs a abstenção: foi a aplicação, que enviou contexto vazio porque nada na base casava com a pergunta, e o provedor respeitou. A política de abstenção está na classe Assistente, não no provedor. Esse é o benefício de separar as camadas. Pergunta: se trocarmos o provedor, a política de abstenção continua valendo?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Descreva uma chamada típica a um serviço de LLM. A aplicação envia, por HTTP, a autenticação em cabeçalho, o modelo desejado, a lista de mensagens com papéis e os parâmetros. A resposta traz o texto, a razão da parada, como fim natural, limite de tokens ou recusa, e as contagens de tokens usadas. Muitos serviços oferecem streaming. Como as convenções variam, usamos um adaptador por provedor. Sobre os adaptadores do livro, para o SDK da Anthropic e para um serviço HTTP compatível: verificamos que os nomes existem nas versões instaladas, mas nenhuma chamada de rede foi feita. O modelo vem de variável de ambiente e a chave nunca fica no código. Confira sempre a documentação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tabela é a decisão central do tratamento de falhas. Erros transitórios podem passar sozinhos: tempo esgotado, falha de rede, indisponibilidade do servidor com códigos 5xx e limite de taxa, o 429. Para eles, a resposta é tentar de novo, respeitando o tempo de espera que o serviço indicar. Erros permanentes não passam: requisição inválida, credencial inválida, falta de permissão e modelo inexistente. Repeti-los só gasta tempo e dinheiro. O inverso também é erro: não repetir um erro transitório deixa o sistema frágil. Pergunta à turma: em qual categoria entra uma chave expirada? Permanente: é preciso corrigir a causa, não insistir.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ligação para uma central ocupada. Quem rediscar sem parar só piora o congestionamento. A estratégia sensata é esperar um pouco, tentar de novo, e dobrar a espera a cada falha, e isso é o recuo exponencial. Mas há um detalhe: se milhares de clientes falharam ao mesmo tempo, todos voltariam juntos na mesma fração de segundo e derrubariam o serviço outra vez. O jitter, uma parcela aleatória na espera, espalha as tentativas no tempo. O teto impede esperas absurdas. Pergunta à turma: o que acontece com o usuário se o recuo somar mais tempo do que ele tolera? Por isso existe também um tempo limite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fórmula em voz alta: depois da k-ésima falha, espera-se o menor valor entre o teto e t zero vezes dois elevado a k, multiplicado por um pouco mais de um, com um acréscimo aleatório entre zero e j. Faça o exemplo resolvido do capítulo: com t zero igual a 2 segundos e teto de 20, as esperas são 2, 4, 8, 16 e depois o mínimo entre 20 e 32, que é 20. A soma é 50 segundos de espera, sem contar o tempo de cada tentativa. Interpretação: o teto evita esperas enormes, mas o total precisa caber no que o usuário tolera. Peça que a turma refaça com t zero igual a 1 e teto 30, e confira 1, 2, 4,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trecho é uma versão didática do laço de recuo, resumida aqui. Repare em três decisões: erro permanente é relançado na hora; erro transitório é repetido, e na última tentativa é propagado; e a função dormir é injetável, de modo que os testes rodam sem esperar de verdade. A saída real mostra três casos: um serviço que falha três vezes e funciona na quarta, com esperas de 1,21, 2,38 e 4,42 segundos, isto é, aproximadamente 1, 2 e 4 com jitter; o esgotamento das tentativas, que propaga o erro; e o erro 401, que não é repetido. Pergunta à turma: por que injetar a espera é uma técnica valiosa para testes? Porque o teste verifica o comportamento em milissegundos.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os três caminhos para executar modelos na própria máquina: a biblioteca Transformers, muito flexível mas exigente em memória; motores otimizados para CPU ou GPU modestas, com modelos quantizados; e servidores locais que expõem uma API HTTP, permitindo reusar o mesmo adaptador do serviço remoto, trocando só a URL. Depois faça a distinção de vocabulário: modelo com pesos disponíveis significa que os parâmetros podem ser baixados, mas nada diz sobre usos permitidos; a licença define isso e muda entre versões; modelo efetivamente aberto, em sentido forte, teria também código de treinamento, descrição dos dados e licença que permita estudar e redistribuir. Poucos modelos grandes cumprem tudo. Mande conferir a licença vigente. O código com Transformers do capítulo não foi executado.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Reforce o cuidado com o vocabulário, porque a expressão modelo aberto é usada de forma vaga. Pesos disponíveis dizem que o arquivo pode ser baixado; não dizem que o uso comercial é livre, nem que há acesso aos dados de treinamento ou ao código. Algumas licenças permitem tudo, outras limitam escala, proíbem certos usos ou exigem aceitar políticas. O capítulo cita famílias como as de Touvron e colegas e de Jiang e colegas, que disponibilizaram pesos sob condições que mudam entre versões. A mensagem prática é a de sempre para dados voláteis: confira o texto vigente na página do modelo antes de usar. Pergunta: sua organização tem alguém que lê licenças de modelos? Quem decide?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memória mínima dos pesos é o número de parâmetros vezes os bits por parâmetro, dividido por oito; é preciso somar o cache KV e uma margem. Os modelos do exemplo são hipotéticos. Pela saída real: o de 7 bilhões em 16 bits precisa de cerca de 14,5 GB e não cabe em 16 GB com 15% de margem; em 8 bits são 7,5 GB e cabe; em 4 bits, 4,0 GB; e o de 13 bilhões em 4 bits, 7,0 GB, também cabe. Note que a quantização reduz memória, mas pode reduzir a qualidade de modo desigual entre tarefas, então é preciso medir. Pergunta à turma: o que acontece com esse total se dobrarmos o contexto para 8 192 tokens? O cache KV dobra.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figura mostra a memória total em função do número de usuários simultâneos. Começa pelos pesos e cresce com o cache KV de cada usuário, que passa a dominar quando há muitos. Refaça o exemplo resolvido: modelo hipotético de 7 bilhões em 4 bits, cerca de 3,5 GB; o cache por usuário é 2 vezes 32 camadas vezes 4 096 tokens vezes 8 cabeças vezes 128 dimensões vezes 2 bytes, cerca de 0,54 GB; para 20 usuários, cerca de 10,7 GB; com os pesos, cerca de 14,2 GB, sem ativações. Cabe em 24 GB com folga, mas não em 16 GB com margem de 15%. A lição: dimensionar só pelos pesos subestima a necessidade. Pergunte: e com 50 usuários?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chamar o modelo, a aplicação deve enviar só o necessário: é a minimização de dados. O exemplo mascara e-mail, CPF e telefone com expressões regulares, e a saída real mostra os marcadores no lugar dos dados e a contagem de um item de cada tipo. Repare que o nome, Maria, não foi mascarado: expressões regulares simples não detectam nomes, e nenhuma técnica garante remoção completa. Quando a privacidade é requisito forte, combine técnicas e avalie a taxa de falhas. A segunda parte apara o histórico mantendo as mensagens mais recentes que cabem em 800 tokens: ficam m2, m3 e m4, com 750 tokens, e a mais antiga é descartada. Nunca corte instruções em silêncio. Pergunta: que outros dados passariam despercebidos?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validação é o último filtro antes de a saída produzir efeitos. Proponha três níveis. O de formato verifica JSON e esquema, que o pydantic expressa bem. O de conteúdo aplica regras de negócio, confere citações e faixas plausíveis, como vimos no Capítulo 8. O de política impede, por exemplo, que a resposta contenha dados pessoais ou instruções proibidas. A figura mostra a cadeia de proteções ao redor da chamada: preparar a entrada, chamar com tempo limite e recuo, validar e, se necessário, acionar o plano B. Pergunta à turma: se a validação falha três vezes seguidas, o que o sistema deve fazer? Resposta aceitável: plano B ou encaminhar a uma pessoa, e registrar.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esquema impõe tamanho mínimo e máximo à resposta e uma regra de política: a resposta não pode conter dados pessoais, reaproveitando a função de mascaramento. A saída real mostra três casos. A primeira resposta, sobre a multa de R$ 1,50 por dia, é válida. A segunda, vazia, falha porque a string precisa ter ao menos um caractere. A terceira falha porque contém um telefone, e a mensagem de erro cita o achado. Note como a mensagem de erro é útil para registrar ou reenviar ao modelo com limite de tentativas. Limite: passar na validação não prova que a resposta esteja correta, só que respeita as regras. Pergunta: que outra regra de política você acrescentaria?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disjuntor do quadro elétrico protege a casa: ao detectar problema, desarma, e você troca por uma vela, o plano B, enquanto resolve. No software, o disjuntor, ou circuit breaker, conta falhas seguidas do serviço. Ao chegar ao limite, abre e passa a devolver imediatamente o plano B, sem insistir e sem deixar o usuário esperando. Após um tempo de resfriamento, testa uma chamada; se funcionar, volta ao normal, e se falhar, reabre. O plano B pode ser um modelo menor, uma resposta em cache, uma regra simples ou o encaminhamento a uma pessoa. Pergunta à turma: qual seria o plano B de um assistente de matrículas na semana de inscrição?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mecanismos de proteção, na versão didática. O orçamento limita os tokens totais: depois de duas chamadas de 200 tokens, o uso é 400 e o custo hipotético, com preço inventado de 2,0 por mil tokens, é 0,8. A terceira chamada de 200 estoura o limite de 500 e é bloqueada, com a mensagem mostrando 600 contra 500. Isso evita fatura inesperada por laços ou ataques. O disjuntor com limite de duas falhas devolve o plano B por falha nas duas primeiras chamadas e, a partir da terceira, com o disjuntor aberto, já nem tenta o serviço. Bibliotecas maduras e os SDKs oferecem versões mais completas. Pergunta: quanto tempo de resfriamento você escolheria, e por quê?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a chave de API a uma senha com cartão de crédito anexado: quem a possui usa o serviço em seu nome e a conta chega para você. Daí as regras: nunca escrever credenciais no código nem em arquivos versionados, porque o histórico do repositório guarda a chave para sempre; usar variáveis de ambiente ou gerenciador de segredos, com o arquivo .env no gitignore; menor privilégio, com chaves distintas por aplicação e ambiente; não registrar credenciais em logs; rotacionar e revogar; e varrer commits automaticamente. Se vazar, revogue imediatamente: apagar o commit não desfaz o vazamento. Pergunta à turma: quem aqui já viu uma chave em um repositório? O que foi feito?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código demonstra três hábitos. Ler a credencial do ambiente e, se faltar, falhar com clareza, dizendo qual variável falta, sem imprimir valores. Mascarar a chave quando for preciso exibi-la: aparecem só as três primeiras e as duas últimas posições. E varrer o código à procura de padrões de segredo, como api_key igual a uma sequência longa. A saída real mostra a chave falsa mascarada, o erro claro para a variável inexistente, o segredo encontrado no código ruim e nenhum segredo encontrado no código bom, que lê a chave do ambiente. O valor usado na demonstração é falso, de propósito. Pergunta: por que a mensagem de erro não deve mostrar o valor da variável?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chamada deve deixar um rastro para responder, depois, qual prompt, qual modelo, quais parâmetros, quanto custou, quanto demorou e se deu certo. Uma linha JSON por chamada é simples e poderosa. Cuidado com privacidade: registre identificadores e hashes do conteúdo, e o texto integral só quando houver necessidade e base legal, com acesso controlado e retenção limitada. A saída real mostra que foram registradas 20 chamadas e a latência mediana do simulador, 0,0001 segundo, com 350 tokens de saída no total; o exemplo de registro, incluindo o hash da entrada, também é impresso pelo código. Latências do simulador não representam as de um serviço real. Pergunta: com esse registro, como responder qual prompt gerou a resposta de terça?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recompensa da arquitetura: dois provedores diferentes passam nos mesmos testes e a classe Assistente não foi alterada. Os testes não usam rede: um verifica a abstenção para a pergunta sem resposta e outro verifica que a resposta cita a fonte D12 com o valor da multa. A saída real mostra os dois provedores passando nos dois testes. Se um terceiro provedor, como um LLM real, falhar, o teste revela o comportamento dele, e a lógica da aplicação permanece estável. Com modelos reais, os testes devem ser tolerantes à variabilidade, verificando propriedades e usando várias execuções, e não exigir texto idêntico. Pergunta: que outro teste sem rede você escreveria?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Reúna os erros do capítulo. Credenciais no código; chamadas ao provedor espalhadas; repetir erros permanentes e não repetir os transitórios; empilhar repetições, porque muitos SDKs oficiais já repetem automaticamente erros transitórios e um laço próprio multiplica espera e carga, então leia a documentação antes; ausência de tempo limite, de orçamento e de limite de concorrência; registrar texto sensível sem controle; fixar nomes de modelos no código; confiar na saída sem validar; testar só com o serviço real. Depois as limitações honestas: os adaptadores reais não foram executados, o provedor simulado não é um LLM, o mascaramento por regex serve de ilustração, e preços, licenças e versões mudam: confira a documentação.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atividade espelha o capítulo e leva o grupo a construir a aplicação completa com provedores simulados. Insista nos pontos que mais protegem: a dependência apenas da interface, a espera injetável para testar o recuo sem esperar, o registro sem texto integral e ao menos cinco testes sem rede. O sétimo passo é opcional e só vale para quem tem acesso a um serviço ou a um modelo local: o adaptador deve seguir a documentação oficial, as credenciais ficam fora do código, e os mesmos testes devem rodar, registrando versão do modelo, data e parâmetros. Dê uns quinze minutos para os primeiros passos em duplas e peça que mostrem a saída do teste. O Exercício prático 9.1 guia 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e peça voto. A correta é a primeira: o 429 é limite de taxa, um erro transitório. A segunda trata como permanente e abandona sem registrar, o que perde informação. A terceira confunde com credencial, que seria 401. A quarta confunde com requisição inválida, 400, e ainda propõe reenviar sem esperar, o que agravaria a sobrecarga. Retome a tabela de erros transitórios e permanentes e o recuo exponencial com jitter. Pergunte: e se o serviço indicar o tempo de espera na resposta? Deve-se respeitá-lo.</a:t>
            </a:r>
          </a:p>
          <a:p/>
          <a:p>
            <a:r>
              <a:t>RESPOSTA: A. O 429 indica limite de taxa excedido; costuma passar com o tempo, e repetir de imediato agravaria a carga.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correta é a terceira: pesos disponíveis significam que os parâmetros podem ser baixados e executados localmente, e nada dizem sobre os usos permitidos. A primeira atribui à expressão uma licença livre, que ela não garante. A segunda descreve o sentido forte de modelo efetivamente aberto, que exige código, descrição dos dados e licença que permita estudar e redistribuir, e poucos modelos grandes o cumprem. A quarta fala de dados de treinamento, tema que a expressão não cobre. Reforce: leia a licença da versão exata e confira a página do modelo no momento do uso.</a:t>
            </a:r>
          </a:p>
          <a:p/>
          <a:p>
            <a:r>
              <a:t>RESPOSTA: C. A licença da versão específica define o que se pode fazer; pesos disponíveis não equivalem a modelo aberto.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a turma faça a conta no papel. A memória dos pesos é N vezes b dividido por 8, com b em bits: 70 bilhões vezes 4, dividido por 8, dá 35 bilhões de bytes, ou 35 GB. Os 140 GB seriam em 16 bits, e os 70 GB em 8 bits. A alternativa de 4 GB confunde bits com bilhões de parâmetros. Lembre que esse é só o mínimo: é preciso somar o cache KV, que cresce com o número de usuários e com o contexto, e uma margem para ativações. O modelo é hipotético.</a:t>
            </a:r>
          </a:p>
          <a:p/>
          <a:p>
            <a:r>
              <a:t>RESPOSTA: C. N × b/8 = 70×10⁹ × 4/8 = 35×10⁹ bytes, sem contar o cache KV e as ativações.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com os pontos para levar. Uma aplicação com LLM tem cinco etapas. A lógica depende de uma interface e cada provedor é um adaptador, o que permite trocar de provedor e testar sem rede. Erros transitórios pedem nova tentativa com recuo exponencial e jitter; os permanentes, não. Use tempo limite, orçamento, limite de concorrência, disjuntor e plano B. Em modelos locais, a memória é pesos mais cache KV, e pesos disponíveis não é modelo aberto. Mascare dados pessoais, limite tokens com o tokenizador certo e valide em três níveis. Credenciais nunca no código. Registre versão do prompt, modelo, parâmetros, tokens, latência e status. Pergunta final: o que você mudaria no seu próximo projeto?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referências como leituras de aprofundamento e lembre que a documentação oficial é a fonte para interfaces, parâmetros, limites e licenças, que mudam com frequência. A lista do OWASP é revisada periodicamente, então consulte a versão vigente. Touvron e colegas e Jiang e colegas descrevem famílias de modelos cujos pesos foram disponibilizados sob licenças que variam entre versões. Wolf e colegas apresentam a biblioteca Transformers. Sugira que a turma abra a documentação do SDK ou da biblioteca que pretende usar e confira os nomes dos parâmetros aceitos pelo modelo escolhido antes de escrever o adaptador.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III — Prompts e aplicações  · 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Desenvolvimento de aplicações em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Organizar uma aplicação com LLM em camadas, separando a lógica do provedor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Fazer chamadas robustas: tempo limite, novas tentativas e recuo exponencial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Estimar a memória de modelos locais e distinguir pesos disponíveis de modelo aberto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Preparar entradas (mascaramento, limite de tokens) e validar saídas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Guardar credenciais com segurança e registrar cada chamada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Testar com provedores simulados e trocar de provedor sem mexer na lógica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Do protótipo à produção: a fila de problemas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Duas semanas depois da demonstração, os problemas aparecem em fila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chave de acesso estava no código e foi parar no repositório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 serviço externo caiu por dez minutos e o sistema travou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Trocar de provedor exigiu mexer em 40 arquivos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Ninguém soube dizer qual prompt gerou a resposta de terça-feira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adaptador de tomada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Você não refaz a casa para usar o secador em outro país: troca o adaptador.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A lógica da aplicação é o secador; o provedor é a tomada do país. A interface é o formato combinado, e cada adaptador traduz esse formato para uma tomada diferente. Trocar de provedor vira trocar uma peça pequena.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As cinco etapas de uma aplicação com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1. Preparar a entrada: limpar, mascarar dados pessoais, montar o prompt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2. Chamar o modelo, com tempo limite e novas tentativas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3. Validar a saída: formato, esquema, regras de negócio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4. Tratar falhas: nova tentativa, plano B, encaminhar a uma pessoa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5. Registrar: prompt, modelo, parâmetros, métricas, resultado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Camadas: a lógica depende da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pic>
        <p:nvPicPr>
          <p:cNvPr id="7" name="Picture 6" descr="f09_cam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52" y="1143000"/>
            <a:ext cx="9974616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A lógica da aplicação depende de uma interface, e não de um provedor específico; adaptadores traduzem a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o assistente com provedor simulado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class Assistente: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def __init__(self, provedor: ProvedorLLM):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self.provedor = provedor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self.bm25 = modelos.BM25(...)   # base de 60 documentos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def responder(self, pergunta):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# recupera o melhor documento (BM25), monta o prompt,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# chama self.provedor.gerar(...) e devolve resposta e fonte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app = Assistente(ProvedorSimulado())   # simulador, não LLM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p in ["Qual o valor da multa por atraso na devolução de livros?",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"Até quando posso trancar a matrícula?",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"Qual a capital da Austrália?"]: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print(app.responder(p))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{'resposta': 'O atraso na devolução gera multa de R$ 1,50 por dia e por exemplar.', 'fonte': 'D12', 'modelo': 'simulado-v1'}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{'resposta': 'O auxílio-creche de R$ 300,00 mensais por filho de até 5 anos é concedido a estudantes com bolsa permanência, mediante comprovação de...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{'resposta': 'não consta', 'fonte': None, 'modelo': 'simulado-v1'}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Uma chamada de API por dentro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Requisição: autenticação, modelo, mensagens com papéis, parâmetros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Resposta: texto, razão da parada e contagem de tokens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Streaming: texto em pedaços, útil para a latência percebida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Convenções variam: um adaptador por provedor e a documentação oficial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Adaptadores reais do capítulo: NÃO EXECUTADOS neste ambiente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Dois tipos de erro, dois tratamentos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Exemplos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 que fazer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Transitório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Tempo esgotado, falha de rede, 5xx, limite de taxa (429)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Tentar de novo, com recuo exponencial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Permanente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400 requisição inválida, 401 credencial, 403 permissão, 404 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Não repetir: corrigir a causa e alertar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telefone que dá ocupado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Ligar de novo a cada segundo não resolve; esperar um pouco mais a cada tentativa, sim.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Recuo exponencial: 1 s, 2 s, 4 s, 8 s... Se mil pessoas ligam no mesmo instante, a linha cai de novo. O jitter é um pouco de aleatoriedade: cada um liga em um momento ligeiramente diferente.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Recuo exponencial com jitter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t_k = min(t_máx, t₀ · 2^k) · (1 + u),   u ~ U(0, 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t₀ é o atraso inicial, t_máx o teto e j o fator de jitter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Com t₀ = 1 s e sem jitter: 1, 2, 4, 8, 16 s... até o teto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Exemplo: t₀ = 2 s, teto 20 s: 2, 4, 8, 16, 20; soma 50 s de espera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nova tentativa que respeita o tipo de erro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com_recuo(funcao, max_tentativas=5, t0=1.0, teto=30.0,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jitter=0.25, dormir=lambda s: None, rng=None):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for k in range(max_tentativas):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try: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return funcao(), k + 1, esperas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except ErroPermanente: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raise                      # não repete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except ErroTransitorio: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if k == max_tentativas - 1: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raise                  # esgotou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espera = min(teto, t0 * 2 ** k) * (1 + rng.uniform(0, jitter))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dormir(espera)             # injetável: testa sem esperar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resultado: ok | tentativas: 4 | esperas (s): [1.21, 2.38, 4.42]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esgotou as tentativas: 429 limite de taxa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erro permanente, sem repetição: 401 credencial inválida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Modelos locais: ganhos, custos e licença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Vantagens: dados no ambiente, custo previsível, independência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Custos: hardware, manutenção, qualidade em geral menor que os maiores modelos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Caminhos: biblioteca Transformers, motores otimizados, servidores locais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Servidor local com API compatível: reaproveita o adaptador HTTP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Pesos disponíveis não é o mesmo que modelo aberto: leia a licença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Cuidado com o rótulo "aberto"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Pesos disponíveis: dá para baixar e executar localmente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licença define o que é permitido, e pode mudar entre versões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Aberto em sentido forte: pesos, código de treino, dados descritos, licença livre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maioria divulga pesos, mas não os dados de treinamento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Antes de usar comercialmente, leia a licença da versão exata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o modelo cabe na minha máquina?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memoria_pesos_gb(n_params, bits):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n_params * bits / 8 / 1e9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memoria_kv_gb(camadas, T, n_kv, d_cab, bytes_num=2):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2 * camadas * T * n_kv * d_cab * bytes_num / 1e9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cabe(n_params, bits, camadas, T, n_kv, d_cab, gb, margem=0.15):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total = memoria_pesos_gb(n_params, bits) + memoria_kv_gb(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camadas, T, n_kv, d_cab)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total, total &lt;= gb * (1 - margem)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modelos HIPOTÉTICOS; 16 GB; 32 camadas, 4096 tokens, 8 cabeças KV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7 bi, 16 bits   pesos+cache ≈  14.5 GB | cabe em 16 GB com 15% de margem? False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7 bi, 8 bits    pesos+cache ≈   7.5 GB | cabe em 16 GB com 15% de margem? True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7 bi, 4 bits    pesos+cache ≈   4.0 GB | cabe em 16 GB com 15% de margem? True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13 bi, 4 bits   pesos+cache ≈   7.0 GB | cabe em 16 GB com 15% de margem? True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 muitos usuários, o cache KV domina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pic>
        <p:nvPicPr>
          <p:cNvPr id="7" name="Picture 6" descr="f09_memo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11" y="1143000"/>
            <a:ext cx="6702577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Cada usuário ativo tem seu próprio cache KV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Exemplo: 7 bi em 4 bits ≈ 3,5 GB de pesos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Cache por usuário ≈ 0,54 GB; 20 usuários ≈ 10,7 GB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Total ≈ 14,2 GB: cabe em 24 GB, não em 16 GB com margem de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Modelo hipotético de 7 bi de parâmetros (32 camadas, 8 cabeças KV de 128 dim., 4 096 tokens por usuário).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mascarando dados pessoais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PADROES = [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("EMAIL", re.compile(r"[\w.+-]+@[\w-]+\.[\w.-]+")),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("CPF", re.compile(r"\b\d{3}\.\d{3}\.\d{3}-\d{2}\b")),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("TELEFONE", re.compile(r"\(?\b\d{2}\)?\s?9?\d{4}-\d{4}\b")),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mascarar(texto): ...   # troca cada achado por [NOME] e conta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limpo, achados = mascarar(entrada)   # entrada fictícia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hist, usados = aparar_historico(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["m1", "m2", "m3", "m4"], [300, 200, 400, 150], 800)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Sou Maria, CPF [CPF], e-mail [EMAIL], telefone [TELEFONE]. Quero cancelar meu plano.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itens mascarados: {'EMAIL': 1, 'CPF': 1, 'TELEFONE': 1}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histórico mantido: ['m2', 'm3', 'm4'] | tokens: 750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Validar a saída em três níveis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Formato: é JSON válido e segue o esquema?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Conteúdo: regras de negócio, citações, faixas plausíveis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Política: sem dados pessoais nem instruções proibidas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A biblioteca pydantic expressa o esquema; regras extras são funções</a:t>
            </a:r>
          </a:p>
          <a:p>
            <a:pPr>
              <a:spcAft>
                <a:spcPts val="800"/>
              </a:spcAft>
            </a:pPr>
            <a:r>
              <a:rPr sz="1330">
                <a:solidFill>
                  <a:srgbClr val="4F46E5"/>
                </a:solidFill>
                <a:latin typeface="Calibri"/>
              </a:rPr>
              <a:t>● </a:t>
            </a:r>
            <a:r>
              <a:rPr sz="1900">
                <a:solidFill>
                  <a:srgbClr val="1F2937"/>
                </a:solidFill>
                <a:latin typeface="Calibri"/>
              </a:rPr>
              <a:t>Se falhar: nova tentativa limitada, plano B ou uma pessoa</a:t>
            </a:r>
          </a:p>
        </p:txBody>
      </p:sp>
      <p:pic>
        <p:nvPicPr>
          <p:cNvPr id="8" name="Picture 7" descr="f09_valid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05775"/>
            <a:ext cx="5852160" cy="21950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validação com pydantic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class RespostaAtendimento(BaseModel):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resposta: str = Field(min_length=1, max_length=500)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fonte: Optional[str] = None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@field_validator("resposta")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@classmethod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def sem_dados_pessoais(cls, v):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_, achados = mascarar(v)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if achados: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raise ValueError(f"contém dados pessoais: {achados}")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return v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três casos: resposta válida, resposta vazia, resposta com telefone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OK     | A multa é de R$ 1,50 por dia.              | válida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FALHA  |                                            | String should have at least 1 character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FALHA  | Ligue para (61) 98888-7777 para saber mais | Value error, a resposta contém dados pessoais: {'TELEFONE': 1}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disjuntor da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Quando a rede dá curto, o disjuntor desarma antes de queimar a casa toda.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No software, depois de várias falhas seguidas o disjuntor abre: para de chamar o serviço e entrega o plano B, rápido. Passado um tempo, testa uma chamada; se der certo, volta ao normal.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orçamento de tokens e disjuntor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orc = Orcamento(max_tokens_total=500, preco_por_mil_tokens=2.0)  # preço hipotético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 in (200, 200):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orc.registrar(n)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print("tokens usados:", orc.usado, "| custo hipotético:", orc.custo())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try: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orc.registrar(200)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except RuntimeError as e: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print("bloqueado:", 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 = Disjuntor(limite_falhas=2)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print([d.chamar(sempre_falha, lambda: "resposta padrão")[1]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for _ in range(4)])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tokens usados: 400 | custo hipotético: 0.8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bloqueado: orçamento excedido: 600 &gt; 500 tokens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['plano_b (falha)', 'plano_b (falha)', 'plano_b (disjuntor aberto)', 'plano_b (disjuntor aberto)']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 chave é um cartão de crédito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Uma chave de acesso é como uma senha com o cartão de crédito anexado.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Quem a tiver usa o serviço em seu nome. Não a deixe escrita na porta (no código), não a imprima no recibo (nos logs), use uma chave por uso e troque-a se suspeitar de vazamento.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credenciais sem vazar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obter_credencial(nome_variavel):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valor = os.environ.get(nome_variavel)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if not valor: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raise RuntimeError(f"variável de ambiente ausente: {nome_variavel} ...")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valor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mascarar_chave(chave):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"****" if len(chave) &lt;= 8 else chave[:3] + "…" + chave[-2:]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os.environ["CHAVE_DEMO_FALSA"] = "valor-falso-abcdef123456"  # FALSO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print("chave mascarada:", mascarar_chave(obter_credencial("CHAVE_DEMO_FALSA")))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print(procurar_segredos(codigo_ruim))   # varredura de padrões de chave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chave mascarada para exibição: val…56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erro claro: variável de ambiente ausente: VARIAVEL_QUE_NAO_EXISTE (defina-a fora do código; nunca versione)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segredos encontrados no código: ['api_key="abcdef1234567890XYZ…']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segredos encontrados no código bom: []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um registro por chamada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registrar_chamada(arquivo, provedor, prompt_id, params,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     resposta, latencia_s, status, entrada_texto):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linha = {"ts": ..., "provedor": provedor, "modelo": ...,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"prompt_id": prompt_id, "params": asdict(params),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"tokens_entrada": ..., "tokens_saida": ...,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"latencia_s": ..., "status": status,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"hash_entrada": sha256(entrada_texto)[:16]}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# uma linha JSON por chamada, em arquivo .jsonl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20 consultas da base passam por AssistenteRegistrado (simulado)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chamadas registradas: 20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latência mediana (s): 0.0001 | tokens de saída (soma): 350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trocar de provedor sem mexer na 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class ProvedorPrimeiraFrase:      # outro provedor simulado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nome = "primeira-frase"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def gerar(self, mensagens, params): ...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teste_abstencao(provedor):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 = Assistente(provedor).responder("Qual a capital da Austrália?")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assert r["resposta"] == "não consta" and r["fonte"] is None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teste_cita_fonte(provedor): ...   # espera fonte D12 e "R$ 1,50"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prov in (ProvedorSimulado(), ProvedorPrimeiraFrase()):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...   # roda os dois testes, sem rede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simulado        -&gt; {'abstenção': 'passou', 'cita fonte': 'passou'}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primeira-frase  -&gt; {'abstenção': 'passou', 'cita fonte': 'passou'}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 e limitações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Credenciais no código; chamadas espalhadas pela aplicação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Repetir erro permanente; não repetir erro transitório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Empilhar repetições do SDK e do seu próprio laço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Sem tempo limite, sem orçamento, sem limite de concorrência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Adaptadores reais não executados; simulador não é LLM; regex não basta para privacidade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Aplicação em camadas, robusta e testável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1. Defina a interface ProvedorLLM e implemente dois provedores simulados diferentes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2. Escreva a classe da aplicação dependendo só da interface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3. Acrescente recuo exponencial com espera injetável; teste um provedor que falha duas vezes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4. Mascare dados pessoais na entrada e valide a saída com pydantic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5. Registre cada chamada em JSON Lines, sem texto integral, e calcule métricas do log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6. Escreva ao menos cinco testes automáticos que não usem rede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7. Opcional: adaptador real conforme a documentação, sem credenciais no código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o erro 429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Um serviço devolve o código 429. Como esse erro deve ser tratado?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Como transitório: repetir com recuo exponencial, respeitando a espera indicada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Como permanente: abandonar a requisição sem registrar nada sobre ela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Como erro de credencial: trocar a chave e reenviar a chamada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Como requisição inválida: reenviar o mesmo corpo sem esperar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pesos disponíveis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O que significa dizer que um modelo tem "pesos disponíveis"?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Que a licença permite qualquer uso comercial, em qualquer escala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Que o modelo é aberto, com código e dados de treinamento publicados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Que os parâmetros podem ser baixados e executados, sem definir os usos permitidos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Que o modelo foi treinado sem dados protegidos por direitos autorais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memória dos pesos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Qual a memória mínima, só para os pesos, de um modelo hipotético de 70 bilhões de parâmetros em 4 bits?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Cerca de 4 GB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Cerca de 70 GB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Cerca de 35 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Cerca de 140 GB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Cinco etapas: preparar, chamar, validar, tratar falhas, registrar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Portas e adaptadores: a lógica depende da interface, não do provedor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Transitório: repetir com recuo e jitter; permanente: não repetir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Tempo limite, orçamento, disjuntor e plano B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Memória local: pesos mais cache KV; pesos disponíveis não é aberto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Mascare, limite tokens, valide; credenciais fora do código; registre cada chamada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ANTHROPIC. Claude API documentation e SDK oficial para Python. Conferir a documentação vigente.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HUGGING FACE. Transformers documentation. Verificar a versão instalada.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PYDANTIC. Pydantic documentation. Verificar a versão instalada.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OWASP FOUNDATION. OWASP top 10 for large language model applications. Consultar a versão vigente.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TOUVRON, H. et al. LLaMA: open and efficient foundation language models. arXiv:2302.13971,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JIANG, A. Q. et al. Mistral 7B. arXiv:2310.06825,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WOLF, T. et al. Transformers: state-of-the-art natural language processing. EMNLP: System Demonstrations, 2020. p. 38-45.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