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7.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objetivos. O capítulo traz a ciência da aprendizagem para qualquer decisão sobre IA. Avise que haverá uma atividade de prever, investigar e explicar.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cena: Beatriz já domina velocidade e avança; Camila tem a ideia de que se há movimento, há força na mesma direção, recebe a explicação correta, concorda, copia e segue. Na prova, Beatriz vai bem e Camila repete o erro. Cena fictícia. Pergunte à turma o que faltou a Camila.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como roteiro: conhecimentos prévios, desenvolvimento e mediação, carga cognitiva, esforço produtivo, aprendizagem ativa e diferenças individuais.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Ausubel: o fator isolado mais importante é o que o aprendiz já sabe. Sem âncora, decora-se sem compreender. Concepções alternativas são resistentes: ouvir a explicação correta não basta, é preciso perceber o conflito. Use o exemplo do verão: ficar mais perto do Sol. Peça outra concepção comum na disciplina da turma.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isso significa para a IA: uma explicação correta e clara não garante mudança conceitual. Atividades em que o estudante expõe suas ideias antes e depois confronta com evidências tendem a ser mais promissoras. Mostre a sequência, que será usada na atividade.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Piaget foi questionado e refinado, e hoje serve como lente, não como regra rígida. Crianças pequenas aprendem com objetos concretos, brincadeira e interação. Por isso não generalize resultados de um nível de ensino para outro sem justificativa e evidência. Algo que funciona com universitários pode ser inadequado a crianças.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Vygotsky: a ZDP é a distância entre o que a pessoa faz sozinha e o que faz com ajuda de alguém mais experiente. A ajuda adequada se ajusta ao estudante e se retira aos poucos. Peça um exemplo de mediação em aula.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Andaime: apoio temporário que permite realizar uma tarefa além do que se faria sozinho, e que é retirado. Um assistente pode ser andaime, com dicas graduais, ou muleta, com resposta pronta. Peça à turma que dê exemplo de cada um.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estudos, lidos com cuidado. No experimento com cerca de mil estudantes de ensino médio em Matemática, houve melhora enquanto o acesso existia, e piora sem salvaguardas depois que foi retirado; com dicas em vez de respostas, o efeito negativo foi atenuado. No ensaio com universitários, um tutor desenhado com princípios pedagógicos ensinou mais em menos tempo, em um conteúdo específico e com teste logo após. Não se contradizem: o desenho do apoio é decisivo.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Memória de trabalho é limitada. Há carga intrínseca (do conteúdo), extrínseca (do mau desenho) e relevante (do esforço de construir). A IA pode reduzir a extrínseca, o que é benefício, mas corre o risco de eliminar também a relevante, quando faz a organização, a síntese e a resolução. Peça um exemplo de cada carga.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Dificuldades desejáveis: espaçar o estudo, intercalar problemas, tentar lembrar antes de consultar e explicar com as próprias palavras prejudicam o desempenho imediato, mas melhoram a retenção a longo prazo. O efeito do teste: recuperar da memória fortalece mais que reler. Peça que a turma escolha uma estratégia para propor aos estudantes.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Escala: tarefa fácil demais ou resolvida por outro, pouco esforço; esforço produtivo no meio, desafio possível com apoio; tarefa impossível ou confusa, esforço improdutivo. A IA pode deslocar o estudante para qualquer ponto. Pergunte onde a turma quer que os estudantes estejam.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para a frase de impacto. Um experimento de laboratório com 117 estudantes sugeriu possível preguiça metacognitiva: o texto melhorou, mas sem ganhos significativos de conhecimento e transferência. A palavra possível importa. Pergunte à turma: quem está pensando na tarefa?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Aprendizagem ativa se associa a melhor desempenho e menor reprovação em meta-análise de 225 estudos no ensino superior de STEM. Mas instrução com pouca orientação tende a ser menos eficaz para iniciantes. Ativo não significa sem orientação. Um ensaio isolado de Macroeconomia sugere combinar IA e trabalho em grupo.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Estilos de aprendizagem: uma revisão rigorosa concluiu que faltam evidências para ajustar o ensino a eles. Isso não torna inútil variar a forma de apresentação, que ajuda a todos. O que não tem sustentação é rotular estudantes. Rótulos podem virar profecias autorrealizáveis, e sistemas de IA que perfilam estudantes podem agravar isso.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Prever, investigar, explicar e comparar. A IA é interlocutor opcional e deve pedir perguntas em vez de dar a resposta. Para menores de 13 anos, a etapa com IA só como demonstração do professor. A sequência importa mais que a ferramenta. Duas aulas de 50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Riscos do capítulo. A ilusão de compreensão: texto bem explicado dá a sensação de entender. Resultados de universitários não valem automaticamente para crianças. Explicações incorretas do sistema podem reforçar concepções alternativas. Pergunte à turma qual desses riscos mais a preocupa.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o objetivo é construir a explicação, o raciocínio ou a memória por conta própria, dispense a IA: primeira tentativa, ideias prévias, recuperação da memória, avaliação individual. Use-a depois, para revisão e comparação. Mostre o contraste com o que tende a ajudar.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do capítulo em dois painéis. A figura é ilustração conceitual com base nos princípios, não em dados. Peça que a turma proponha uma tarefa sua e a localize no painel.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Releia os itens e peça que a turma escolha o que mudaria em uma atividade já planejada. Volte a Camila: que andaime teria ajudado?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perguntas para duplas, 5 minutos. A previsão antes da explicação é um hábito simples para levar já à próxima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2A9D8F">
              <a:alpha val="75000"/>
            </a:srgbClr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7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 aprende: conhecimentos prévios, esforço e aprendizagem ativa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II — Fundamentos pedagógicos e planejamento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Explicar por que os conhecimentos prévios importam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Relacionar mediação e andaimes ao uso de IA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Distinguir esforço produtivo de improdutivo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Descrever a aprendizagem ativa com orientação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Planejar uma atividade de ideias prévias e investigação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DUAS ESTUDANTES, O MESMO ASSISTENTE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mesmo recurso funciona para uma estudante e não para outra?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depende do que o estudante já sabe e de como interage com a ferramenta.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7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7.1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Conhecimentos prévios: o ponto de partida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Aprender é conectar o novo ao que já se sabe. Ideias prévias erradas resistem: só mudam quando o estudante percebe o conflito.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pregar um quadro na parede: sem um ponto de apoio, ele cai.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“Ouvir a explicação certa não apaga a ideia errada.”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mudar uma ideia prévia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Expor: prever, explicar ou desenhar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Compartilhar e discutir divergências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Investigar com evidências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Reescrever a explicação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Comparar antes e depois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Só ler e concordar deixa as ideias antigas intactas.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Desenvolvimento e idade: lentes, não regras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pequenas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Objetos concretos, movimento, brincadeira e interação.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Pré-adolescentes e jovens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Lidam melhor com abstrações, mas ainda precisam de exemplos.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Não generalize resultados de um nível para outro sem evidência.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de Desenvolvimento Proximal</a:t>
            </a:r>
            <a:endParaRPr lang="en-US" sz="3400" dirty="0"/>
          </a:p>
        </p:txBody>
      </p:sp>
      <p:pic>
        <p:nvPicPr>
          <p:cNvPr id="4" name="Image 0" descr="A ajuda adequada se ajusta ao estudante e é retirada gradualmen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2933" y="1325880"/>
            <a:ext cx="7555653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A ajuda adequada se ajusta ao estudante e é retirada gradualmente.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Andaime ou muleta?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Andaime é um apoio temporário que orienta sem fazer pelo aprendiz e é retirado aos poucos. Muleta é a resposta pronta.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rodinhas de bicicleta: ajudam a aprender e saem quando não são mais necessárias.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“Um bom apoio orienta sem fazer pelo aluno.”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estudos, uma lição: o desenho do apoio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Ensino médio, Matemática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Com resposta pronta, piora quando o acesso é retirado.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dicas pedagógicas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efeito negativo ficou bastante atenuado.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 desenhado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Mais aprendizagem em menos tempo, num conteúdo e teste imediato.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Populações, conteúdos e prazos diferentes: não generalize.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cognitiva: reduzir o ruído, manter o esforço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 memória de trabalho é limitada. A IA pode tirar a carga desnecessária, mas não deve tirar o esforço de construir o conhecimento.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arrumar a mesa para estudar: tirar a bagunça ajuda, mas fazer a lição por você não.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“Tire o ruído, preserve o esforço.”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Dificuldades desejáveis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Espaçar, intercalar, tentar lembrar antes de consultar: parecem mais difíceis agora, mas melhoram a retenção a longo prazo.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 academia: o peso pesado cansa na hora e fortalece o músculo depois.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“Recuperar da memória ensina mais do que reler.”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Esforço produtivo e improdutivo</a:t>
            </a:r>
            <a:endParaRPr lang="en-US" sz="3400" dirty="0"/>
          </a:p>
        </p:txBody>
      </p:sp>
      <p:pic>
        <p:nvPicPr>
          <p:cNvPr id="4" name="Image 0" descr="A IA pode deslocar o estudante para qualquer ponto da escal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432635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A IA pode deslocar o estudante para qualquer ponto da escala.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“Quem está fazendo o esforço de pensar: o estudante ou a ferramenta?”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Se for a ferramenta, o estudante provavelmente não está aprendendo.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Aprendizagem ativa, mas com orientação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Os estudantes fazem mais do que ouvir: resolvem, discutem, explicam, investigam.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Meta-análise de 225 estudos no ensino superior: mais desempenho e menos reprovação.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Ressalva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Pouca orientação sobrecarrega iniciantes. Ativo não é sem orientação.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Um estudo isolado sugere combinar IA com trabalho em grupo.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Diferenças individuais sem rótulos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 a pena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Reconhecer conhecimentos prévios e interesses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Variar as formas de apresentar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Ajustar apoios às necessidades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Rotular por estilo visual, auditivo ou cinestésico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Perfis opacos ou enviesados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Expectativas moldadas pelo rótulo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preveja, investigue e explique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Prever: cada um escreve o que acontece ao soltar dois objetos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Compartilhar em pares e anotar as ideias prévias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Investigar com variações e registrar observações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Reescrever a explicação, indicando o que mudou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Opcional: tutor de IA que só faz perguntas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Fechar: "Antes eu achava... Agora eu penso... porque..."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aulas de 50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Folha com previsão, observações, explicação reescrita e frase antes e depois.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Sem tecnologia: o interlocutor é um colega ou roteiro impresso de cinco perguntas.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O estudante termina a tarefa, mas a ferramenta fez o esforço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Texto bem explicado dá ilusão de compreensão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Estudos com universitários não valem automaticamente para crianças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Explicações incorretas podem reforçar concepções alternativas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IA tende a ajudar ou a atrapalhar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Tende a ajudar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Dicas graduais e perguntas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Exemplos extras e reformulação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Feedback depois da tentativa do estudante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Tende a atrapalhar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Resposta pronta antes da tentativa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Substituir o raciocínio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Explicações não verificadas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Rótulos sobre estudantes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ajudar ou atrapalhar a aprendizagem</a:t>
            </a:r>
            <a:endParaRPr lang="en-US" sz="3400" dirty="0"/>
          </a:p>
        </p:txBody>
      </p:sp>
      <p:pic>
        <p:nvPicPr>
          <p:cNvPr id="4" name="Image 0" descr="Ilustração conceitual com base nos princípios do capítulo, não em dad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495" y="1325880"/>
            <a:ext cx="9584529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Ilustração conceitual com base nos princípios do capítulo, não em dados.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Conhecimentos prévios e concepções alternativas são o ponto de partida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9048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9048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89048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Mediação e andaimes são retirados aos poucos: IA é andaime ou muleta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60776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60776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160776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Esforço produtivo é necessário; facilitar tudo pode eliminá-lo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032504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32504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032504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Resultados com IA dependem do desenho do apoio e da população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904232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904232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904232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Aprendizagem ativa funciona melhor com orientação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77596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77596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77596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Estilos de aprendizagem não sustentam ajuste do ensino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concepções alternativas você encontra? Como as faz aparecer?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Quando um estudante parecia entender, mas não soube aplicar?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andaimes você oferece e quando os retira?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Em que tarefas o esforço de pensar é insubstituível?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2A9D8F">
              <a:alpha val="70000"/>
            </a:srgbClr>
          </a:solidFill>
          <a:ln w="12700">
            <a:solidFill>
              <a:srgbClr val="2A9D8F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faz o esforço de pensar é quem aprende.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7 — Como se aprende: conhecimentos prévios, esforço e aprendizagem ativa</dc:title>
  <dc:subject>PptxGenJS Presentation</dc:subject>
  <dc:creator>Araken de Medeiros Santos</dc:creator>
  <cp:lastModifiedBy>Araken de Medeiros Santos</cp:lastModifiedBy>
  <cp:revision>1</cp:revision>
  <dcterms:created xsi:type="dcterms:W3CDTF">2026-10-26T23:32:42Z</dcterms:created>
  <dcterms:modified xsi:type="dcterms:W3CDTF">2026-10-26T23:32:42Z</dcterms:modified>
</cp:coreProperties>
</file>