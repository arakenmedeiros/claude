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24.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Avise que o capítulo dá um roteiro simples de cinco perguntas, não uma fórmula mágica. Peça que cada pessoa pense em um pedido que já fez a uma IA e não funcionou.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de Luciana: 'Faça uma aula sobre frações'. A resposta serve para qualquer turma. Pergunte à turma o que o substituto precisaria saber para dar aquela aula. Deixe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é tudo o que escrevemos ou anexamos para que o sistema gere uma resposta. O sistema leva em conta o que está na conversa; se a série, o objetivo e o tempo não estão lá, ele preenche com o que é mais comum. Peça um exemplo de lacuna em pedidos que a turma já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ideias para entender o que acontece. Contexto da conversa. Janela de contexto: alguns modelos usam pior o que fica no meio de entradas longas, então coloque o essencial no começo e repita brevemente ao final. Instruções do sistema, escondidas, que variam entre produtos e versões e explicam respostas diferentes ao mesmo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componentes alimentam um rascunho que passa pelo julgamento docente. Mostre a figura como mapa da aula: vamos percorrer cada caixa. Insista que o resultado é rascunho a ser verificado.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e contexto. Papel define voz, público e tom; ajuda no tom e na linguagem, não na exatidão. Um estudo com vários modelos e centenas de papéis encontrou que acrescentar persona a perguntas factuais não melhorou de modo consistente a precisão. Contexto é o que mais separa rascunho genérico de útil, sem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Tarefa, formato e critérios. Tarefa: verbo observável e uma coisa por vez; pedir tudo de uma vez gera um conjunto raso. Formato economiza edição. Critérios são a lista de verificação que você mesmo usará; redija antes de ver a resposta. Pequenas mudanças na formatação do pedido alteram respostas: se não funcionou, reescreva.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digitar, responda por escrito a cinco perguntas. Se você sabe responder, o pedido está praticamente escrito. Se não sabe, o problema talvez seja de planejamento, não de ferramenta. Faça em 2 minutos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 sobre o mesmo tema: vago gera texto genérico, com lacunas gera atividade pouco alinhada, bem formulado gera rascunho útil para ajustar. Em todos, o professor decide e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 versão 1 e a versão 3 do pedido de Luciana. A versão 3 não garante aula perfeita, mas devolve algo sobre o qual ela pode decidir. A versão 1 será reescrita quase inteira. Observe o fecho: pedir que liste o que supôs torna visíveis as lacunas que o sistema preencheu.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acréscimos simples: alternativas, suposições explícitas, sinalização de incerteza e uso apenas do material fornecido. Nenhum é garantia: o sistema pode errar ao indicar o que é incerto, e colar o trecho reduz a invenção mas não a elimina.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verifique: pedir 'seja preciso' ou 'não erre' não impede o erro. O tom seguro não indica correção. Todo conteúdo factual, matemático, histórico, legal ou de saúde precisa de conferência em fonte confiável antes do uso com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pelo objetivo, e não pelo tema. 'Uma atividade sobre o ciclo da água' gera material sobre o tema. O pedido com objetivo observável gera material alinhado. Aproveite também para pedir erros comuns, mas confira com sua experiência e fontes.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Modelos de pedido por nível, pontos de partida para adaptar. Em todos o destinatário do texto é o professor; contato direto de crianças pequenas exige cuidados específicos. Educação infantil: brincadeiras sem telas. Fundamental: sequência do concreto ao abstrato. Médio e profissional: situação-problema com dados fictícios. Superior e pós: roteiro de seminário e leitura crítica do próprio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 pesquisa permite afirmar. A forma do pedido influencia as respostas, mas em tarefas de laboratório. Persona tem efeito incerto. Pessoas sem formação técnica exploram pedidos de modo pouco sistemático, o que sugere a importância de formação e prática. Não sabemos se ensinar técnicas de prompt melhora aprendizagem em contextos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reescrevendo pedidos vagos. Em duplas, comecem sem IA preenchendo a tabela dos cinco componentes, depois reescrevam. Se houver acesso, testem a versão vaga e a reescrita; sem acesso, o facilitador traz respostas preparadas. Plenária: o que o melhor pedido não resolveu?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biblioteca pessoal de modelos. Liste dez tarefas recorrentes, classifique em pode, com cuidado ou não delegar, escolha três, crie modelos com campos entre colchetes e lista de verificação. Teste duas vezes e peça a um colega que use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capítulo: falsa sensação de controle, erros fluentes, dados pessoais no pedido, vieses, homogeneização, sensibilidade à formulação, tempo demais ajustando o pedido, e terceirizar o planejamento. Lembre que, às vezes, escrever à mão é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 e a alternativa sem IA: uma ficha de papel com os cinco campos serve como roteiro de planejamento com ou sem IA. A dinâmica desplugada de instruções vagas e detalhadas com desenho é ótima com crianças. O valor do capítulo está em especificar o que se 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objetivo docente, pedido estruturado, rascunho da IA, verificação e decisão. A seta tracejada de volta indica que, se o rascunho não serve, se ajusta o pedido ou se descarta.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pontos. Peça que cada um escolha um componente que costuma esquecer e se comprometa a incluí-lo no próximo pedido. Feche com a frase: o professor decide, verifica e responde pelo que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 de escrita. Peça que duplas troquem um pedido real e apontem qual componente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3D7EA6">
              <a:alpha val="75000"/>
            </a:srgbClr>
          </a:solidFill>
          <a:ln w="12700">
            <a:solidFill>
              <a:srgbClr val="3D7EA6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24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pedido: papel, contexto, tarefa, formato e critérios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 — Prompts e interação crítica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Entender o que é um prompt e por que sua qualidade importa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Redigir os cinco componentes: papel, contexto, tarefa, formato, critérios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Partir de objetivos de aprendizagem, não de temas soltos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Transformar um pedido vago em um pedido claro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o que um bom pedido não garante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FAÇA UMA AULA SOBRE FRAÇÕES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diria a um professor substituto que não conhece a sua turma?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a resposta veio longa e bem escrita, mas servia para qualquer turma.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o que o sistema tem para trabalhar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É tudo o que escrevemos ou anexamos para gerar a resposta. O que não está no pedido, o sistema preenche com o mais comum.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pedir 'uma estante' ao marceneiro: sem altura, peso e orçamento, ele faz algo, mas talvez não caiba.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“Pedir bem e conferir bem são o mesmo cuidado.”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sobre como o sistema lê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da conversa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Se série, objetivo e tempo não estão lá, ele usa o mais comum.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contexto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Em textos longos, o meio pode ser mal usado. Essencial no começo.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Instruções do sistema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Orientações escondidas variam entre produtos e explicam respostas diferentes.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componentes e o julgamento docente</a:t>
            </a:r>
            <a:endParaRPr lang="en-US" sz="3400" dirty="0"/>
          </a:p>
        </p:txBody>
      </p:sp>
      <p:pic>
        <p:nvPicPr>
          <p:cNvPr id="4" name="Image 0" descr="Figura 24.2 — Papel, contexto, tarefa, formato e critérios alimentam um rascunh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709" y="1325880"/>
            <a:ext cx="7782102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24.2 — Papel, contexto, tarefa, formato e critérios alimentam um rascunho.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Papel e contexto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Perspectiva, público e tom. Ajuda na linguagem, não na exatidão.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'Você é especialista'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tornou as respostas factuais mais precisas de modo consistente.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Turma, objetivo, conhecimentos prévios, tempo, recursos e restrições.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dados pessoais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Descreva a turma em termos gerais, nunca estudantes pelo nome.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Tarefa, formato e critérios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Um verbo claro e uma coisa por vez: liste, compare, proponha.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Tabela, lista, limite de palavras, linguagem simples.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é bom e o que evitar. Escreva antes de ver a resposta.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Reescrever antes de desistir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Pequenas mudanças alteram a resposta; teste outra forma.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perguntas antes de digitar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vai ler ou usar a resposta?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a turma já sabe e o que não sabe?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o texto deve fazer?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Em que formato preciso?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Como vou julgar se ficou bom?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 não sabe responder, o problema é de planejamento, não de ferramenta.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Vago, com lacunas, bem formulado</a:t>
            </a:r>
            <a:endParaRPr lang="en-US" sz="3400" dirty="0"/>
          </a:p>
        </p:txBody>
      </p:sp>
      <p:pic>
        <p:nvPicPr>
          <p:cNvPr id="4" name="Image 0" descr="Figura 24.3 — Três pedidos sobre o mesmo tema e o que costuma resultar de cada u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840" y="1325880"/>
            <a:ext cx="104158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24.3 — Três pedidos sobre o mesmo tema e o que costuma resultar de cada um.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 de Luciana: antes e depois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1 (vaga)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'Faça uma aula sobre frações.'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Texto serve para qualquer turma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Dez exercícios de calcular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Será reescrito quase inteiro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3 (estruturada)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Papel, contexto, tarefa, formato e critérios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28 estudantes, 50 minutos, só quadro e papel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Tabela com atividade, material e possível erro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Pede: 'liste o que supôs e o que conferir'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Acréscimos que reduzem o risco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'Dê duas abordagens e diga quando cada uma serve.' Devolve a escolha ao professor.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Suposições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'Liste o que você supôs.' Torna visíveis as lacunas.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Incerteza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'Marque com [verificar] datas, nomes e citações.' Não é garantia.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fornecido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'Use só o texto abaixo.' Reduz a invenção, mas não a elimina.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'Seja preciso' ou 'não erre' não impede o erro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Tom seguro não indica correção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Confira fatos, contas, história, leis e saúde em fonte confiável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Um pedido detalhado pode induzir a confiar demais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tema ao objetivo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tema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'Crie uma atividade sobre o ciclo da água.'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Material 'sobre' o tema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 critério de sucesso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 tempo nem recursos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objetivo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Explicar com desenho e frase como a água circula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Atividade de 40 min com copos, plástico e sol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Pergunta final para ver se compreenderam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Pede erros comuns para eu observar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pedido por nível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Infantil e fundamental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Brincadeiras sem telas; sequência do concreto ao abstrato, com suposições.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e profissional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Situação-problema com dados fictícios e gabarito a conferir.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Superior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Roteiro de seminário só com as leituras listadas; extras 'a conferir'.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Pós-graduação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Leitor crítico do seu texto: aponta lacunas, não reescreve nem sugere fontes.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forma importa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Instruções explícitas ajudam; pequenas mudanças de formatação alteram respostas. Estudos de laboratório.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efeito incerto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Em perguntas factuais, não melhorou a precisão de modo consistente.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sabemos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Se ensinar técnicas de prompt melhora o ensino. Não há formato único comprovado.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reescrevendo pedidos vagos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três pedidos vagos reais e anônimos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Preencher, sem IA, a tabela dos cinco componentes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como texto único, com objetivo, tempo e recursos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Testar a versão vaga e a reescrita e comparar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Trocar entre duplas com lista de verificação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Plenária: o que o melhor pedido não resolveu?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Tabela dos componentes, pedido reescrito, comparação e modelo pessoal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Tudo em papel; o facilitador leva respostas genéricas e específicas já geradas.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biblioteca de modelos de pedido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Listar dez tarefas recorrentes e classificar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três tarefas para apoio de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um modelo de cinco componentes para cada uma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Acrescentar uma lista de verificação a cada modelo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Testar duas vezes e trocar com um colega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Guardar a versão final com data e limitações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sessões de 60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Três modelos com listas de verificação e a classificação das tarefas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Cartões de papel, um por modelo, em pasta de planejamento; teste em duplas.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Falsa sensação de controle e erros que passam despercebidos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Dados pessoais colocados no pedido por descuido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Homogeneização: pedidos copiados geram materiais iguais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Gastar mais tempo ajustando o pedido do que escrevendo à mão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Dispensar a IA: a ficha de papel basta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 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pedido exigir dados pessoais ou sigilosos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Você ainda não sabe o que quer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Escrever do zero for mais rápido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há como verificar a precisão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tecnologia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Ficha de papel com os cinco campos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Roteiro de planejamento, com ou sem 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Dinâmica do desenho: instruções vagas e detalhadas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Um computador: preparar em papel e testar em grupo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objetivo à decisão</a:t>
            </a:r>
            <a:endParaRPr lang="en-US" sz="3400" dirty="0"/>
          </a:p>
        </p:txBody>
      </p:sp>
      <p:pic>
        <p:nvPicPr>
          <p:cNvPr id="4" name="Image 0" descr="Figura 24.4 — O pedido parte do objetivo docente e termina na verificação e na decis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71" y="1325880"/>
            <a:ext cx="967537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24.4 — O pedido parte do objetivo docente e termina na verificação e na decisão.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Prompt melhora a utilidade do rascunho, não a verdade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Cinco componentes: papel, contexto, tarefa, formato e critérios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Contexto separa rascunho genérico de útil; sem dados pessoais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'Aja como especialista' não torna a resposta mais verdadeira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Comece pelo objetivo; peça suposições e o que conferir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professor decide, verifica e responde pelo que usa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pedido você faria hoje? Que informações da turma faltariam?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tarefas escrever o pedido é mais trabalhoso do que escrever o texto?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explicar a um colega que um pedido bem escrito não garante resposta correta?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modelos de pedido você compartilharia com a equipe?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3D7EA6">
              <a:alpha val="70000"/>
            </a:srgbClr>
          </a:solidFill>
          <a:ln w="12700">
            <a:solidFill>
              <a:srgbClr val="3D7EA6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bem ajuda. Conferir bem decide.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24 — Anatomia do pedido: papel, contexto, tarefa, formato e critérios</dc:title>
  <dc:subject>PptxGenJS Presentation</dc:subject>
  <dc:creator>Araken de Medeiros Santos</dc:creator>
  <cp:lastModifiedBy>Araken de Medeiros Santos</cp:lastModifiedBy>
  <cp:revision>1</cp:revision>
  <dcterms:created xsi:type="dcterms:W3CDTF">2026-10-26T23:33:33Z</dcterms:created>
  <dcterms:modified xsi:type="dcterms:W3CDTF">2026-10-26T23:33:33Z</dcterms:modified>
</cp:coreProperties>
</file>