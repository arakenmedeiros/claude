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25.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peça que cada um marque mentalmente qual deles mais lhe falta. Avise que o fio condutor do capítulo é: a conversa com a IA é um ciclo, não um pedido único.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do professor Rogério (fictícia): quatro tentativas, 'melhore', 'mais criativo' e quase aceitou um texto com erro de data. Pergunte: quem já passou por isso? Deixe 2 minutos de conversa em duplas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como roteiro da aula: ciclo, encadear pedidos, exemplos, critérios, revisão e limites. Diga que voltaremos a ele no final. Não detalhe agora; leve no máximo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pessoas sem formação técnica costumam mudar várias coisas de uma vez e não sabem o que funcionou. Use a analogia da receita: ninguém troca sal, fogo e panela ao mesmo tempo. Pergunte à turma qual etapa costuma ser pulada; em geral é o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as cinco etapas no sentido do círculo, lendo a pergunta de cada uma. Destaque que o registro parece burocrático, mas poupa tempo e permite reaproveitar o pedido que funcionou. Ele volta no capítulo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cada par. 'Melhore' e 'mais criativo' não dizem o que mudar e o resultado é quase aleatório. Reforce a regra do experimento simples: troque um elemento por vez e compare com a versão anterior. Peça que dois voluntários reescrevam um 'melhore'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figura associa sintomas a ajustes: faltou contexto, tarefa confusa, formato ruim, critério ausente, erro de conteúdo. Peça que a turma escolha o sintoma do caso do Rogério. Lembre: nomear o problema vem antes de pedir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cadeia de pedidos curtos. Pedidos que juntam muitas tarefas tendem a respostas rasas. Entre as etapas o professor revisa, porque um erro da etapa 2 se propaga de modo convincente. Cite a 'oficina em três tempos'.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mostram em vez de descrever. Peça que a turma dê um exemplo de cada uso. Lembre o contraexemplo: mostrar o que NÃO se quer, como perguntas de sim ou não. Estudos sugerem que o exemplo pesa mais no formato do que no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bolo: a foto transmite forma e decoração, mas não diz se o recheio é seguro para quem tem alergia. Pergunte: o que mais um exemplo pode esconder? Resposta: erros, padronização, cópia.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cuidados com exemplos. Insista em dados pessoais: nunca cole produções identificáveis de estudantes; use fictícias ou desidentificadas com autorização. Em pedidos longos, ponha o essencial no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saber do professor experiente precisa ficar explícito. Escreva a lista ANTES de ler a resposta. Exemplos de critérios: alinhamento ao objetivo, linguagem adequada, erro factual, estereótipos, viabilidade e acessibilidade. A IA pode ser um segundo par de olhos, nunca a decisão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autocorreção sem feedback externo é limitada: um estudo em tarefas de raciocínio viu que os modelos tipicamente não melhoraram, e às vezes pioraram. Some a bajulação: assistentes treinados com retorno humano tendem a concordar. Por isso, a conferência vem de fora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 teste ao vivo se houver IA, ou leia as duas perguntas. A indutora sugere a resposta esperada; a neutra pede evidências a favor e contra e permite dizer 'não sei'. Mesmo assim, o resultado precisa de conferência.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duas passagens: primeiro conteúdo (dados, datas, nomes, fórmulas), depois pedagógica (imaginar a turma). Separar evita que a fluência do texto mascare erros. Depois, os sinais de parar. Descartar um rascunho não é fracasso, é decisão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o que a pesquisa permite afirmar, sem exagero. Exemplos e etapas ajudaram em tarefas de laboratório; pequenas mudanças de formulação alteram respostas; autocorreção é limitada; há bajulação. Não sabemos se o refinamento melhora a aprendizagem em contexto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visual: da primeira resposta à decisão docente, com conferência externa em todas as etapas. Peça que um aluno narre a figura com as próprias palavras em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Leia devagar e pergunte quando foi a última vez que alguém aceitou um texto só por soar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formação docente. Duas sessões de 60 minutos: prática e análise coletiva. Os critérios são escritos antes de ler a resposta. Oriente o registro em tabela simples e reforce que a verificação é externa. Sem dados de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90 minutos. Texto fictício com erros plantados e conferidos pelo professor. Compare pedido com e sem exemplo e teste a pergunta indutora contra a neutra. Termine com a regra prática de uma frase por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verifique. Percorra os quatro riscos principais. Lembre também a exposição de dados em exemplos e o esgotamento de continuar refinando quando seria mais simples escrever.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Compare as duas colunas e pergunte que situações da vida real da turma caem em cada uma. Revisar e reescrever pode ser justamente o objetivo de aprendizagem do estudante.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as ideias centrais. Peça que cada pessoa escolha a que mais vai mudar sua prática na próxima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5 minutos de reflexão individual e depois compartilhamento voluntário. Valorize respostas concretas, como o ponto exato em que sentiu vontade de aceitar sem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3D7EA6">
              <a:alpha val="75000"/>
            </a:srgbClr>
          </a:solidFill>
          <a:ln w="12700">
            <a:solidFill>
              <a:srgbClr val="3D7EA6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25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Refinar, dar exemplos, definir critérios, revisar e corrigir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V — Prompts e interação crítica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 a interação com a IA como um ciclo de ajustes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Diagnosticar por que uma resposta não serviu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exemplos e contraexemplos com cuidado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Definir critérios antes de avaliar a resposta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Revisar, corrigir e decidir quando parar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resposta ruim em um rascunho útil, sem tentativas ao acaso?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A coordenadora perguntou: 'O que exatamente não está servindo?'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Mapa dos conceitos principais do capítulo 2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Mapa dos conceitos principais do capítulo 25.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refinamento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Pedir, ler com critério, diagnosticar, ajustar e registrar, repetindo até ter um rascunho que sirva.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testar uma receita nova: prova, anota, ajusta o tempero e prova de novo.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é tentativa e erro: é tentativa, nota e ajuste.”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etapas do ciclo</a:t>
            </a:r>
            <a:endParaRPr lang="en-US" sz="3400" dirty="0"/>
          </a:p>
        </p:txBody>
      </p:sp>
      <p:pic>
        <p:nvPicPr>
          <p:cNvPr id="4" name="Image 0" descr="O ciclo de refinamento: pedir, ler, diagnosticar, ajustar, registr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5652" y="1325880"/>
            <a:ext cx="607021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O ciclo de refinamento: pedir, ler, diagnosticar, ajustar, registrar.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pedido vago ao ajuste específico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vago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"Melhore"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"Mais criativo"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"Está errado"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Várias mudanças de uma vez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 específico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Frases de até 15 palavras no 3º parágrafo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Três formatos de produto final, com vantagem e dificuldade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Aponte o trecho, o erro e a fonte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Uma mudança por vez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Diagnosticar antes de ajustar</a:t>
            </a:r>
            <a:endParaRPr lang="en-US" sz="3400" dirty="0"/>
          </a:p>
        </p:txBody>
      </p:sp>
      <p:pic>
        <p:nvPicPr>
          <p:cNvPr id="4" name="Image 0" descr="Problemas comuns e os ajustes corresponde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170" y="1325880"/>
            <a:ext cx="748718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Problemas comuns e os ajustes correspondentes.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Encadear pedidos curtos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Alinhar objetivo e suposições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Propor a estrutura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Detalhar uma atividade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Criar a verificação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7EA6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Adaptar para necessidades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Leia, corrija e só então avance.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servem os exemplos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Mostre uma boa questão e peça outras no mesmo formato.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Cole um parágrafo seu e peça que o estilo seja mantido.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Contraexemplo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Mostre o que você não quer.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Uma questão fácil, uma média e uma difícil como modelo.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exemplo ensina o formato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exemplo mostra forma e tom, mas não confirma que o conteúdo está certo nem é seguro.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pedir um bolo mostrando uma foto: ele copia o visual, mas não sabe do alérgico a nozes.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exemplo ensina o formato, não valida o conteúdo.”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ao dar exemplos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 gabarito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IA imita de perto. Varie os exemplos.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contamina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Exemplo com erro pode ser reproduzido. Confira antes.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e dados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Use textos próprios ou liberados; nada de dados pessoais.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Em pedido longo, o essencial vai no início.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e lista de verificação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Lista escrita antes de ler a resposta, a partir do objetivo de aprendizagem, para orientar o pedido e a avaliação.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lista de compras: sem ela, você sai do mercado com o que viu, não com o que precisava.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“Os critérios são do professor, e a decisão também.”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Autocorreção e bajulação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Sem feedback externo, a IA tende a não melhorar ao se corrigir, e pode concordar com o usuário (bajulação).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amigo que sempre diz 'você tem razão', mesmo quando você está errado.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“Pediu desculpas? Confira a correção.”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indutora ou neutra?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Indutora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"Isso está errado, não é?"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Sugere a resposta esperada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Convida à concordância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"Que evidências sustentam e quais contrariam?"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Aceita 'não sei'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Rende resposta mais informativa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em duas passagens e saber parar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1ª: conteúdo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Procure erros factuais e conceituais. Confira dados, datas e nomes.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2ª: pedagógica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Leia imaginando a turma: linguagem, tempo e exclusões.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parar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Corrigindo mais da metade, respostas oscilando ou sem como verificar.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Ajuda em laboratório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Exemplos e etapas melhoraram tarefas de linguagem e raciocínio.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pesa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Pequenas mudanças no pedido alteraram as respostas.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Autocorreção sem fonte externa é limitada; há bajulação.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sabemos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 refinar melhora a aprendizagem em sala real.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rascunho à decisão docente</a:t>
            </a:r>
            <a:endParaRPr lang="en-US" sz="3400" dirty="0"/>
          </a:p>
        </p:txBody>
      </p:sp>
      <p:pic>
        <p:nvPicPr>
          <p:cNvPr id="4" name="Image 0" descr="Conferência externa em todas as etap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071" y="1325880"/>
            <a:ext cx="9675378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Conferência externa em todas as etapas.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resposta fluente não é necessariamente a resposta correta.”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Confiança excessiva por fluência reduz a atenção crítica.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diário de refinamento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tarefa real e listar cinco critérios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a versão 1 do pedido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Ler a resposta só pelos critérios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Diagnosticar e alterar uma coisa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Repetir até três ciclos e registrar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Revisar em duas passagens e decidir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sessões de 60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Diário de refinamento (tabela) e rascunho final revisado.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Faça em papel, com rascunho entregue pelo facilitador, ou em duplas sem IA.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oficina de exemplos e correção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7EA6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Receber texto com erros plantados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pedido sem exemplo e outro com exemplo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Discutir o que o exemplo transmitiu e escondeu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Apontar um erro de forma específica, com fonte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Comparar pergunta indutora e neutra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uma regra prática de uma frase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Comparação dos pedidos, quadro indutora x neutra e regra do grupo.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respostas impressas preparadas pelo professor; a dupla diagnostica e corrige.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Correção que 'pede desculpas' pode manter o erro ou criar outro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Erro numa etapa se propaga nas seguintes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Exemplo com dados pessoais ou texto de terceiros expõe e pode violar direitos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Fluência do texto mascara erros de conteúdo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e quando dispensar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 refinar com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Rascunho que você consegue verificar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Revisão de linguagem do seu texto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Ideias de formatos para escolher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Conferência feita em fonte externa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Feedback que exige conhecer a turma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Refinar custa mais que escrever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Conteúdo que você não consegue verificar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Revisar e reescrever é o objetivo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D7E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interação é um ciclo: pedir, ler, diagnosticar, ajustar, registrar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Nomeie o problema e mude uma coisa por vez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Exemplos ensinam o formato, não validam o conteúdo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Critérios vêm antes da resposta e são seus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Sem conferência externa, a autocorreção é limitada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7EA6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Saber parar e escrever direto é decisão profissional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Você consegue dizer o que não estava servindo nas suas últimas interações?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critérios de qualidade ainda não estão explícitos para você?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reage quando o sistema pede desculpas e corrige?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sinais dirão que é hora de parar e escrever direto?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3D7EA6">
              <a:alpha val="70000"/>
            </a:srgbClr>
          </a:solidFill>
          <a:ln w="12700">
            <a:solidFill>
              <a:srgbClr val="3D7EA6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Refinar é pensar em voz alta, uma mudança por vez.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25 — Refinar, dar exemplos, definir critérios, revisar e corrigir</dc:title>
  <dc:subject>PptxGenJS Presentation</dc:subject>
  <dc:creator>Araken de Medeiros Santos</dc:creator>
  <cp:lastModifiedBy>Araken de Medeiros Santos</cp:lastModifiedBy>
  <cp:revision>1</cp:revision>
  <dcterms:created xsi:type="dcterms:W3CDTF">2026-10-26T23:34:36Z</dcterms:created>
  <dcterms:modified xsi:type="dcterms:W3CDTF">2026-10-26T23:34:36Z</dcterms:modified>
</cp:coreProperties>
</file>