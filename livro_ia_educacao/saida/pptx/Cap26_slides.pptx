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26.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três verbos do capítulo: verificar, proteger, registrar. Diga que este capítulo fecha a Parte V e que nenhum dos hábitos depende de ferramenta específica: dá para fazer com papel e planilha.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da professora Beatriz (fictícia): colou relatório e laudo de um estudante, recebeu uma lei que não existe e não registrou nada. Pergunte quais três falhas a turma identifica. Dê 2 minutos de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tipos de erro, como verificar, proporcionalidade, dados pessoais, direitos e normas, registro. Use como roteiro e volte a ele no fim.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hábitos se reforçam: a verificação reduz o dano de um erro; a proteção evita danos que nenhuma correção desfaz, pois dado vazado não volta; o registro permite explicar, corrigir e aprender. Pergunte qual dos três a turma já pratica.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Sistemas geram texto plausível a partir de padrões, o que produz erros convincentes. Leis, citações, normas e referências são pontos de atenção prioritários, pois estudos independentes encontraram proporções expressivas de referências inexistentes ou imprecisas. Omissão e viés e concordância excessiva completam 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 em cadeia: separar afirmações, achar fonte primária, ler o trecho, registrar, decidir. Uma segunda resposta do mesmo sistema não é fonte independente. Cite a leitura lateral (sair da página e checar quem produziu a informação) e a triangulação.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cinco etapas da figura. Peça que a turma aplique à lei citada pela Beatriz: onde seria a fonte primária? Lembre que o pedido de lista de afirmações organiza a conferência, mas não a substitui.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tudo com a mesma intensidade é inviável; gradue pelo risco. Ideias de título pedem leitura crítica; atividade para a turma pede resolver e conferir; parecer e comunicado exigem fonte primária e, se envolver pessoas, dispensar a IA. Saúde, segurança, direito e dinheiro só com pessoa habilitada.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Viés de automação: tendemos a confiar demais em sistemas, sobretudo cansados ou com pressa. A pergunta-chave: se isto estivesse errado, quem seria prejudicado e eu perceberia? Cite números: refaça por outro caminho; código: execute; imagens: desconfie de detalhes.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LGPD trata dado pessoal, dados sensíveis e dados de crianças e adolescentes, com princípios como finalidade, necessidade e segurança. A escola lida com isso o tempo todo. Em caso de dúvida, procure o encarregado de dados; o livro não substitui orientação jurídica. A analogia ajuda a fixar minimização.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Semáforo de dados. Verde: planos, textos próprios, casos fictícios. Amarelo: só com cuidado e base adequada. Vermelho: nomes, laudos, notas individuais, imagem e voz de crianças, documentos sigilosos. Peça exemplos da escola para cada cor.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 antes e o depois do pedido da Beatriz. No segundo, a IA ajuda a estruturar e o conteúdo sobre a criança continua sendo escrito pelo professor, fora do sistema. Lembre que a combinação de idade, série, escola e condição pode identificar uma criança em comunidade pequena.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frentes de direitos e sigilo. Livros, provas e imagens têm direitos autorais; produções de estudantes são deles; quem usa IA responde pelo material; atas e processos disciplinares não vão a sistemas externos. Mencione os combinados com famílias: para que usar, que dados não entram, quem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não é burocracia: é prestar contas e aprender. Com a ficha, você responde ao coordenador: o que usei, para quê, o que conferi. Campos: data e ferramenta, finalidade, resumo do pedido sem dados pessoais, verificações, alterações, decisão. Fichas longas demais são abandonadas.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verificar, proteger e registrar sustentam a responsabilidade docente. Peça que a turma complete a frase da faixa com um exemplo próprio de cada hábito.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frase pausadamente. Pergunte o que muda na prática de quem assume que a responsabilidade é sempre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90 minutos, em trios. O facilitador prepara um texto de 250 a 350 palavras com erros plantados (data, número, lei inexistente, citação inventada e uma afirmação correta), com gabarito conferido. Valorize a surpresa de erros só percebidos ao ler 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2 horas, em grupos. Dez cartões com situações fictícias no semáforo; reescreva os amarelos e vermelhos ou decida dispensar a IA. Esclareça que o livro não substitui orientação jurídica e encaminhe dúvidas ao encarregado de dados. Sem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verifique. Percorra os riscos: verificação circular, reidentificação, registro que expõe dados e falsa segurança por usar ferramenta institucional ou local. Lembre que detectores de texto são pouco confiáveis como prova isolada. Nem todas as escolas têm apoio jurídico, o que reforça a regra de não inserir dados pessoais.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Dados pessoais identificáveis, sensíveis, imagem e voz de crianças, documentos sigilosos, processos disciplinares e pareceres individuais ficam fora. Dispense também quando não souber para onde vão os dados. Use a alternativa de poucos recursos: caderno de três colunas e a regra simples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ideias principais. Peça que cada pessoa escolha o hábito que adotará primeiro e diga em uma frase como.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reflexão individual e depois compartilhamento voluntário. Incentive respostas concretas: qual informação você já tratou como inofensiva e agora classificaria de outro modo?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3D7EA6">
              <a:alpha val="75000"/>
            </a:srgbClr>
          </a:solidFill>
          <a:ln w="12700">
            <a:solidFill>
              <a:srgbClr val="3D7EA6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Verificar, proteger dados e registrar o uso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 — Prompts e interação crítica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Verificar conteúdos, números e referências conforme o risco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Separar dados que podem, exigem cautela ou não entram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princípios de dados, direitos autorais e autoria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Elaborar fichas e declarações de uso sem expor dados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Combinar regras com estudantes e famílias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hábitos mínimos permitem usar IA com responsabilidade?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Conferir o que ela produz, proteger quem não deve ser exposto e deixar rastro.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2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26.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hábitos que andam juntos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Não usar com estudantes o que não foi conferido.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Não expor dados pessoais nem materiais sob sigilo ou de terceiros.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Deixar uma trilha simples: o que usei, para quê e o que decidi.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erros esperar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Inventa fatos, leis, citações, referências e números.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Imprecisão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Quase certo, mas com dado, data ou condição errados.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Desatualização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Informação que já mudou: normas, preços, eventos.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Descontextualização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Vale em um lugar, é apresentada como geral.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em cadeia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Seguir cada afirmação importante até a fonte primária, ler o trecho que a sustenta e registrar a decisão.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conferir o troco: você não confia na máquina, confere a nota na mão.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“Perguntar de novo à IA não é conferir.”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afirmação à decisão</a:t>
            </a:r>
            <a:endParaRPr lang="en-US" sz="3400" dirty="0"/>
          </a:p>
        </p:txBody>
      </p:sp>
      <p:pic>
        <p:nvPicPr>
          <p:cNvPr id="4" name="Image 0" descr="Verificação em cadeia: separar, localizar, ler, registrar, decidi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5892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Verificação em cadeia: separar, localizar, ler, registrar, decidir.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proporcional ao risco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baixo ou médio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Ideias de título ou brincadeira: bom senso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Atividade da turma: resolver e conferir dados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Texto de estudo e gabarito: fonte primária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alto ou muito alto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Parecer ou comunicado às famílias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Revisão humana completa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 envolver pessoas, dispensar a 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Saúde, direito e dinheiro: pessoa habilitada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de automação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Aceitar a sugestão da máquina e deixar de procurar informações que a contrariem, principalmente com pressa.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seguir o GPS para dentro de uma rua sem saída sem olhar pela janela.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estivesse errado, eu perceberia?”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Minimização de dados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Inserir só o necessário e nenhum dado que identifique pessoas; descrever em vez de colar.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bagagem de mão: leve só o que precisa, porque o que sai da mala não volta.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“Nome retirado nem sempre basta.”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de dados</a:t>
            </a:r>
            <a:endParaRPr lang="en-US" sz="3400" dirty="0"/>
          </a:p>
        </p:txBody>
      </p:sp>
      <p:pic>
        <p:nvPicPr>
          <p:cNvPr id="4" name="Image 0" descr="Verde pode, amarelo com cuidado, vermelho não inseri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Verde pode, amarelo com cuidado, vermelho não inserir.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Reescrever o pedido para proteger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Antes: não fazer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Colar nome, turma, escola e laudo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Pedir o parecer pronto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da criança em sistema externo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Depois: adequado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Pedir um roteiro do que o parecer contempla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 diagnósticos nem rótulos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Professor escreve o conteúdo sobre a criança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Direitos, autoria e sigilo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Materiais de terceiros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Prefira trechos curtos, materiais abertos ou textos próprios.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de estudantes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É deles. Na dúvida, não insira.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usa IA continua responsável pelo material.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Atas e processos disciplinares ficam fora.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o uso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Uma ficha simples: data, ferramenta, finalidade, o que foi conferido, o que mudou e a decisão, sem dados pessoais.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diário de bordo do navio: quem navegou, por onde e o que decidiu.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“Sem registro, a pergunta fica sem resposta.”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do capítulo</a:t>
            </a:r>
            <a:endParaRPr lang="en-US" sz="3400" dirty="0"/>
          </a:p>
        </p:txBody>
      </p:sp>
      <p:pic>
        <p:nvPicPr>
          <p:cNvPr id="4" name="Image 0" descr="Eu decido, eu confiro, eu respondo pelo que us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27" y="1325880"/>
            <a:ext cx="922366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Eu decido, eu confiro, eu respondo pelo que uso.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responsabilidade é do professor, não da ferramenta.”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Verificar, proteger e registrar: hábitos complementares.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auditoria de uma resposta de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o texto de um 'assistente hipotético'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Sublinhar afirmações verificáveis e classificar o risco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Priorizar a conferência pelo risco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Achar fonte primária, ler o trecho e registrar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Classificar em verde, amarelo ou vermelho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com fontes e preencher a ficha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Tabela de auditoria, texto corrigido com fontes e ficha de registro.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impresso, livros da biblioteca e trechos impressos de fontes confiáveis.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semáforo de dados e ficha de registro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Classificar dez cartões fictícios no semáforo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Justificar por finalidade, necessidade e segurança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pedidos amarelos e vermelhos, ou dispensar a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Preencher uma ficha de registro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Redigir uma declaração de uso de cinco linhas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Elaborar cinco combinados para turma ou famílias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horas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Semáforo classificado, pedidos reescritos, fichas, declaração e combinados.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Cartões em papel e semáforo desenhado no quadro; a atividade já é sem 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Pedir ao mesmo sistema que confirme suas respostas não é verificação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Anonimização falha quando dados combinados identificam pessoas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Registro com nomes em planilha compartilhada também expõe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Ferramenta institucional ou local não dispensa a minimização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e quando dispensar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usar, com cuidado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Planos e textos próprios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Casos fictícios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Perfil geral da turma, sem nomes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Revisão de texto de sua autoria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de estudantes, famílias e colegas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Laudos, saúde, deficiência, situação familiar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Imagens, voz e vídeo de crianças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Pareceres e avaliações individuais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Leis, citações, números e datas pedem atenção redobrada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Verifique em fonte primária, graduando pelo risco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Dados pessoais e de crianças não entram em sistemas externos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Minimize, descreva e use casos fictícios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Registre de modo simples, sem expor dados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responsabilidade é do professor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conteúdo você já usou sem conferir em fonte primária?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dados você já inseriu e como os classificaria no semáforo?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Quem na sua instituição pode orientar sobre proteção de dados?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forma de registro seria simples o bastante para você manter?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3D7EA6">
              <a:alpha val="70000"/>
            </a:srgbClr>
          </a:solidFill>
          <a:ln w="12700">
            <a:solidFill>
              <a:srgbClr val="3D7EA6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decido, eu confiro, eu respondo pelo que uso.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26 — Verificar, proteger dados e registrar o uso</dc:title>
  <dc:subject>PptxGenJS Presentation</dc:subject>
  <dc:creator>Araken de Medeiros Santos</dc:creator>
  <cp:lastModifiedBy>Araken de Medeiros Santos</cp:lastModifiedBy>
  <cp:revision>1</cp:revision>
  <dcterms:created xsi:type="dcterms:W3CDTF">2026-10-26T23:34:36Z</dcterms:created>
  <dcterms:modified xsi:type="dcterms:W3CDTF">2026-10-26T23:34:36Z</dcterms:modified>
</cp:coreProperties>
</file>