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27.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capítulo como um treino de leitura crítica: não para negar benefícios, mas para saber o que cada afirmação autoriza decidir. Peça que a turma pense numa frase do tipo 'estudos mostram que...' que já ouviu. Dois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fictícia: a representante diz que estudos mostram que a IA melhora a aprendizagem; Dona Lúcia pergunta quais estudos, com quem, comparados com o quê, por quanto tempo e o que aconteceu quando a ferramenta foi retirada. Pergunte à turma o que responderia. Dois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capítulo: tipos de estudo, leitura crítica, o que sabemos, o que não sabemos, desempenho versus aprendizagem e decisão local. Use como roteiro, em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Evidência não é sim ou não: é um conjunto de indícios de qualidade variável, que permite apostar com mais ou menos confiança. A história da tecnologia educacional tem promessas maiores que os resultados, então o ônus da prova é de quem promete. Toda afirmação carrega uma comparação implícita: melhor do que o quê? Do que nada, de uma boa atividade em grupo?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simplificado dos desenhos de estudo. À esquerda, os que descrevem e sugerem; à direita, os que se aproximam de efeito causal ou reúnem estudos. Mesmo o experimento com sorteio vale naquele contexto e não garante repetição em outro nível ou prazo. Pré-publicações são resultados provisórios.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as seis perguntas do roteiro: quem foi estudado, o que se fez, comparado com o quê, o que foi medido, por quanto tempo e quanto efeito. Cite a prática docente: peça título e referência, participantes, o que o grupo de comparação fez, como e quando mediu e se a medida foi sem IA. Sem respostas, é propaganda.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Armadilhas frequentes. Novidade aumenta o engajamento por pouco tempo; satisfação não é aprendizagem; testar com exercícios iguais aos da ferramenta infla resultados. Cite viés de publicação, seleção e conflito de interesses, que pedem leitura redobrada sem invalidar. Pergunte qual já viu em materiais de divulgação.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Escada de confiança: da propaganda sem fonte ao experimento com sorteio e várias réplicas em contextos diferentes. Pergunte em que degrau está o último dado que a turma ouviu. Não existe régua universal de tamanho de efeito; pergunte também sobre custo e alternativas.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Retrato parcial de 2026, não veredito; a maior parte vem de outros países, ensino superior e contextos controlados. Tutoria bem desenhada mostra indícios favoráveis, com estudos heterogêneos e de curta duração. Feedback de IA foi avaliado inferior ao de especialistas em vários critérios e vale como parte de um ciclo. Revisões apontam benefícios e desafios. Fronteira irregular: bom numa tarefa, ruim em outra parecida.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Experimento com ensino médio em matemática: sem salvaguardas, melhorou o desempenho na prática e prejudicou quando o acesso foi retirado; com orientação pedagógica o prejuízo diminuiu. Outros estudos descrevem preguiça metacognitiva. Apoio metacognitivo pode melhorar o uso. Convém tratar como indício, não como regra.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Distinção central: desempenho é o que o estudante produz agora, com ajuda; aprendizagem é o que faz depois, sem ajuda, em situação nova. Dificuldades desejáveis e prática de recuperação favorecem a retenção. Regra prática: inclua sempre um momento sem IA, com tarefa nova e parecida.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cartões: com a IA disponível (tarefa concluída, texto bonito, rapidez) e sem a IA (explicar, resolver problema novo, lembrar depois). Pergunte onde o seu componente curricular teria esse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Lacunas: efeitos de longo prazo, crianças pequenas, educação básica pública brasileira, estudantes com deficiência, comparação com alternativas de custo semelhante e efeitos sobre equidade. Economia de tempo docente é plausível em rascunhos, mas a evidência sobre ganho líquido é limitada; meça no seu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 o caso de uma meta-análise amplamente citada que foi retratada em 2026; não a usamos como suporte de nada. A lição é verificar se o estudo que sustenta uma afirmação ainda é válido, desconfiar de um número único para tecnologias muito diferentes e preferir conjuntos de evidências. Dados não verificados entram como 'relatados por'.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do slogan à decisão informada: afirmação, fonte localizada, leitura crítica e piloto local, levando a continuar, modificar ou interromper. Peça que um voluntário narre com um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Pausa. Leia a frase e peça que cada pessoa pense em uma decisão da escola que se apoiou em slogan.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duas aulas de 50 minutos. Cada dupla rastreia uma afirmação real de benefício até o estudo, preenche a ficha e reescreve a afirmação com cautela. Não é preciso saber estatística. A etapa com IA é opcional; avise para não pedir que a IA indique estudos, pois pode inventar referências.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2, planejamento de 1 hora, execução de 2 a 4 semanas, análise de 1 hora. Pergunta específica, duas condições, medida sem IA com rubrica antes da aplicação e proteção dos grupos com revezamento. Conclua com continuar, modificar ou interromper, dentro dos limites do que os dados mostram. Pergunte: que resultado o faria desistir?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capítulo. Percepção de eficiência não é aprendizagem; propaganda travestida de pesquisa; custo de oportunidade, pois recursos gastos deixam de ir para formação docente, tutoria e tempo de estudo; benefícios podem se concentrar em quem já tem mais acesso.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 como solução: quando o problema é falta de tempo de estudo, formação docente ou condições básicas, e quando não há evidência nem piloto local. 'Todos estão usando' não é justificativa. Contraste com os usos plausíveis, que ainda exigem verificação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as ideias centrais e peça que cada pessoa escolha a pergunta que fará da próxima vez que ouvir 'estudos comprovam'.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de reflexão individual e depois conversa em duplas. Valorize respostas concretas sobre a sua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D95D7F">
              <a:alpha val="75000"/>
            </a:srgbClr>
          </a:solidFill>
          <a:ln w="12700">
            <a:solidFill>
              <a:srgbClr val="D95D7F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27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 evidências: o que sabemos e o que ainda não sabemos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VI — Oportunidades, benefícios, riscos e governança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tipos de estudo e o que cada um permite afirmar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Ler criticamente uma afirmação de benefício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Resumir com cautela o que as pesquisas indicam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Separar desempenho com IA de aprendizagem que permanece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um piloto local de pequena escala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5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dizem que a IA funciona, o que foi medido, em quem e comparado com o quê?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o silêncio incômodo, mas útil, da reunião.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Mapa dos conceitos principais do capítulo 27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Mapa dos conceitos principais do capítulo 27.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 é gradação de confiança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Conjunto de indícios de qualidade variável, produzidos em contextos específicos, que permite apostar com mais ou menos confiança.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previsão do tempo: não diz 'chove', diz 'chance de chuva', e você decide se leva o guarda-chuva.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“Melhor do que o quê?”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tipo de estudo permite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Descreve ou sugere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Relato de caso: inspira, não prova causa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Questionário: mede percepção, não desempenho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Antes e depois: não separa o efeito da 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Grupo sem sorteio: grupos podem já ser diferentes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 efeito ou reúne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Experimento com sorteio: efeito causal naquele contexto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Revisão sistemática: reúne e avalia vários estudos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Meta-análise: cuidado se estudos são muito diferentes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leitura crítica</a:t>
            </a:r>
            <a:endParaRPr lang="en-US" sz="3400" dirty="0"/>
          </a:p>
        </p:txBody>
      </p:sp>
      <p:pic>
        <p:nvPicPr>
          <p:cNvPr id="4" name="Image 0" descr="Seis perguntas diante de uma afirmação de benefíci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4" y="1325880"/>
            <a:ext cx="1017361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Seis perguntas diante de uma afirmação de benefício.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Armadilhas frequentes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Novidade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interesse por algo novo pode elevar o engajamento por pouco tempo.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Desfecho fácil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Medir satisfação ou tempo e concluir que houve aprendizagem.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 alinhada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Testar com exercícios iguais aos que a ferramenta treinou.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Levar resultado de universitários para crianças.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escada da confiança</a:t>
            </a:r>
            <a:endParaRPr lang="en-US" sz="3400" dirty="0"/>
          </a:p>
        </p:txBody>
      </p:sp>
      <p:pic>
        <p:nvPicPr>
          <p:cNvPr id="4" name="Image 0" descr="Do mais frágil ao mais robus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792" y="1325880"/>
            <a:ext cx="6735936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Do mais frágil ao mais robusto.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as pesquisas atuais indicam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 desenhada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Indícios favoráveis quando faz o estudante pensar; estudos curtos.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Primeira leitura útil, mas não substitui o profissional.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Revisões amplas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Benefícios possíveis e desafios de precisão, ética e integração.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Fronteira irregular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Bom numa tarefa, ruim em outra parecida.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ajuda atrapalha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faz o trabalho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Melhora o desempenho durante a prática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Piora quando a ajuda é retirada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Texto melhor, sem ganho em conhecimento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 desenho pedagógico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Explicações graduais e perguntas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Incentivo à tentativa do estudante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Apoio a planejar, monitorar e refletir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Prejuízo atenuado nos estudos citados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 não é aprendizagem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Desempenho é o que se produz com ajuda agora; aprendizagem é o que se consegue depois, sem ajuda, em situação nova.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GPS: leva você ao destino, mas desligado talvez você não refaça o caminho.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“Inclua sempre um momento sem IA.”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ajuda ou sem ajuda</a:t>
            </a:r>
            <a:endParaRPr lang="en-US" sz="3400" dirty="0"/>
          </a:p>
        </p:txBody>
      </p:sp>
      <p:pic>
        <p:nvPicPr>
          <p:cNvPr id="4" name="Image 0" descr="Desempenho com ajuda e aprendizagem sem aju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37" y="1325880"/>
            <a:ext cx="10763645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Desempenho com ajuda e aprendizagem sem ajuda.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não sabemos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Longo prazo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Quase não há estudos de efeitos duradouros.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contexto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Poucos dados da educação básica pública brasileira.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fica de fora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Crianças pequenas, estudantes com deficiência e equidade.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Comparação com tutoria entre pares ou mais tempo de estudo.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repetir um dado de pesquisa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Localizar o estudo original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Ver se há retratação ou correção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Ler resumo e limitações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Ver se o contexto se parece com o seu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D7F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Registrar a data da consulta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Um estudo retratado deixa de ser suporte confiável.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do slogan à decisão</a:t>
            </a:r>
            <a:endParaRPr lang="en-US" sz="3400" dirty="0"/>
          </a:p>
        </p:txBody>
      </p:sp>
      <p:pic>
        <p:nvPicPr>
          <p:cNvPr id="4" name="Image 0" descr="Afirmação, fonte, leitura crítica, piloto, decis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927" y="1325880"/>
            <a:ext cx="9223666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Afirmação, fonte, leitura crítica, piloto, decisão.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só funciona com a ferramenta ligada, ainda não é aprendizagem.”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Desempenho assistido não é o mesmo que aprender.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ficha de leitura crítica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Receber uma afirmação de benefício e identificar para quem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Localizar o estudo original; se não houver, anotar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Preencher a ficha: desenho, amostra, comparação, medida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Conferir se há retratação ou crítica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Classificar a confiança e justificar em duas frases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Reescrever a afirmação de forma cautelosa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Fichas preenchidas, confiança justificada e perguntas para fornecedores.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Resumos de artigos de acesso aberto e fichas em papel; sem IA.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mini-piloto na sua turma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D7F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uma pergunta específica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Definir condição A (com IA) e B (alternativa de custo parecido)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medida sem IA, com rubrica prévia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Garantir proteção, sem dados pessoais, e revezamento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Aplicar registrando ocorrências e erros da 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Decidir: continuar, modificar ou interromper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 4 semanas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Plano, instrumento e rubrica, e relatório de uma página com decisão.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Papel, uma atividade e duas semanas com e duas sem a estratégia.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Sentir-se mais eficiente não é ter aprendido mais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Números sem fonte e estudos patrocinados pedem leitura redobrada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Medir só tempo de tarefa e satisfação, em vez de aprendizagem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Custo de oportunidade: o recurso deixa de ir para alternativas com evidência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 plausível ou solução mal colocada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Plausível, com verificação local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Perguntas de revisão em complemento ao professor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Feedback inicial sobre clareza e organização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Rascunhos de material que o professor revisa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Alternativas de formato para acessibilidade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5D7F"/>
          </a:solidFill>
          <a:ln w="12700">
            <a:solidFill>
              <a:srgbClr val="D95D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como solução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Problema é falta de tempo ou formação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Sem evidência nem piloto local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Justificativa é 'todos estão usando'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Sucesso medido só por rapidez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95D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Evidência é gradação, não sim ou não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Pergunte: comparado com o quê, medido como, por quanto tempo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Desempenho com IA não equivale a aprendizagem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Há indícios de benefício e de prejuízo, conforme o desenho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Faltam dados de longo prazo, educação básica e equidade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D7F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Um piloto local e honesto ajuda a decidir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afirmações de benefício você já ouviu sem saber a origem?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tarefa o desempenho com ajuda pode esconder falta de aprendizagem?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saberia, na sua turma, que um uso de IA deu certo? E errado?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decisão da sua escola poderia ser precedida de um mini-piloto?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D95D7F">
              <a:alpha val="70000"/>
            </a:srgbClr>
          </a:solidFill>
          <a:ln w="12700">
            <a:solidFill>
              <a:srgbClr val="D95D7F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 não é sim ou não: é confiança em graus.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27 — Benefícios e evidências: o que sabemos e o que ainda não sabemos</dc:title>
  <dc:subject>PptxGenJS Presentation</dc:subject>
  <dc:creator>Araken de Medeiros Santos</dc:creator>
  <cp:lastModifiedBy>Araken de Medeiros Santos</cp:lastModifiedBy>
  <cp:revision>1</cp:revision>
  <dcterms:created xsi:type="dcterms:W3CDTF">2026-10-26T23:34:37Z</dcterms:created>
  <dcterms:modified xsi:type="dcterms:W3CDTF">2026-10-26T23:34:37Z</dcterms:modified>
</cp:coreProperties>
</file>