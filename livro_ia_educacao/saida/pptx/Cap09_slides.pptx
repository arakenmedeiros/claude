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9.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diga que o capítulo trata de uma tensão: a IA pode ampliar o acesso, mas também rotular e errar. Pergunte quem já adaptou um material alguma vez.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da professora Helena (fictícia): pediu um texto adaptado e várias ideias importantes sumiram; a descrição do mapa citava uma região que não estava nele. Deixe 2 minutos de debate: isso ajuda ou prejudica? Quem decide o que é adequado a quem?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as duas ideias com exemplos: rampa, legenda, descrição de imagem, Libras. Use a analogia da porta: inclusão não é fazer uma porta só para alguns, é ter portas que servem a todos. Pergunte que barreiras existem na escola de vocês.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marcos legais como ponto de partida. Alerte: normas mudam e o livro não substitui a consulta à versão vigente nos sítios oficiais nem à orientação da rede. Peça que a turma localize qual desses documentos já conhecia.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as normas são atualizadas e há regulamentações complementares. Os marcos citados são ponto de partida, não a palavra final. Recomende conferir a versão vigente e falar com a coordenação da rede.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DUA como planejamento: pensar acessível desde o início em vez de remendar depois. Use a analogia do cardápio. Lembre que não é lei nem receita que garante resultados. Pergunte: que opção você já oferece aos estudantes?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os três blocos: o porquê (engajamento), o quê (representação) e o como (ação e expressão). Peça um exemplo da turma para cada bloco. A IA pode ajudar a produzir variações, mas a escolha pedagógica é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mapa para situar a turma: marco legal, DUA, apoios da IA, validação por pessoas, personalização com critério e riscos. Diga que vamos percorrer cada ramo. Tempo: 1 a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quatro apoios possíveis (há outros no capítulo: leitura em voz alta, glossários, tradução, organização de tarefas). Para cada um, pergunte: o que precisa ser conferido? Destaque que o capítulo mostra o que verificar antes de 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construído por movimentos de pessoas com deficiência. Na prática: ouvir estudante, família e equipe de apoio ao escolher e avaliar adaptações. Analogia da roupa sob medida: só quem veste sabe se 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cuidados especiais do capítulo. Dados de saúde são sensíveis (LGPD): descreva necessidades pedagógicas gerais, nunca diagnósticos. Em Libras, a tradução automática exige muita cautela e não equivale a profissionais. Discuta por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frase-chave: ajuste os meios, não o objetivo. Mostre dois lados da adaptação. Pergunte à turma qual lado aparece no texto que a professora Helena recebeu.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fixar. Peça que a turma repita a frase e diga onde ela se aplica na própria prática.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Personalização tem sentidos diferentes. Cite a revisão sistemática de 376 estudos: o conceito é definido de modos variados. Por isso, ao ouvir 'personalizado', pergunte: por quem, com base em quê, para quê e com qual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Semáforo: verde, amarelo e vermelho. Peça que a turma classifique frases de propaganda que já viu. Pergunta-chave a cada uma: o professor decide? o estudante pode recusar? há estudos independentes?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fiel às ressalvas: há efeitos em contextos específicos, mas variam conforme desenho e comparação; sistemas podem funcionar de forma desigual entre grupos; não há sustentação para ajustar ensino a estilos de aprendizagem. Conclusão prudente, não promessa.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Trilhas individuais podem reduzir convivência e discussão coletiva, e ser opacas para professor e famílias. Analogia do fone de ouvido no jantar em família. Perguntas de projeto: o estudante vê por que o sistema sugeriu aquilo? O professor consegue alterar?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o procedimento do capítulo em cinco passos. Cada passo é um filtro: objetivo claro, sem dados pessoais, fidelidade conferida, pessoas ouvindo e registro. Peça que a turma diga em qual passo costuma falhar.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o fluxo visual. Se houver tempo, peça que os grupos desenhem o mesmo fluxo para um material da própria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de 90 minutos de preparação mais 30 de validação. O professor descreve necessidades gerais, nunca diagnósticos. Peça à IA três versões e uma descrição de imagem; compare com o original. Ofereça as versões como opções e colete opiniões de forma anônima.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visualmente os pontos principais antes das ressalvas finais. Peça que a turma aponte qual bloco mais precisa de atenção na sua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cada alerta e peça um exemplo concreto. Destaque que a adaptação decisiva e sensível, como Libras, deve ficar com profissionais. Pergunte: quais desses riscos já aparecem na sua escola?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nem toda adaptação deve passar pela IA. Dispense quando for preciso inserir dados de saúde, quando a adaptação for sensível e puder ser feita por profissionais, ou quando não houver como validar. Sugira também a experiência de oferecer duas ou três formas de fazer a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rodada rápida: cada pessoa escolhe um item para levar. Retome a pergunta de abertura sobre a professora Helena.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para anotação individual e 3 para troca em duplas. Se possível, peça que alguém compartilhe uma barreira de acesso que descobriu.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9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Inclusão, acessibilidade e personalização com critério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 — Fundamentos pedagógicos e planejamento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inclusão, acessibilidade e desenho universal ao uso de IA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Separar o que a IA apoia do que pessoas precisam validar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Diferenciar adaptação útil, rótulo e promessa sem evidência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riscos: privacidade, infantilização e exclusão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um procedimento de validação com estudantes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ampliar o acesso sem rotular, sem perder conteúdo e sem decidir por quem deve ser ouvido?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a adaptação que ninguém conferiu.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e acessibilidade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Inclusão: todos têm direito de aprender juntos, com os apoios de que precisam. Acessibilidade: acesso em igualdade a espaços, informação e comunicação.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uma casa sem degraus na entrada: serve a quem usa cadeira de rodas, mas também a quem empurra um carrinho de bebê.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“Acesso para todos, desde o começo.”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Marcos legais: ponto de partida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 Brasileira de Inclusão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Assegura educação inclusiva em todos os níveis e recursos de acessibilidade e tecnologia assistiva.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Nacional (2008)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Orienta como os sistemas de ensino organizam a educação especial na perspectiva inclusiva.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Decreto 7.611/2011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Trata do atendimento educacional especializado (AEE).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LDB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Lei de Diretrizes e Bases: contempla a educação especial.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normas mudam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Os marcos citados são ponto de partida, não consulta final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Confira a versão vigente nos sítios oficiais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Siga também a orientação da sua rede de ensino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Universal para a Aprendizagem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Quadro de planejamento para oferecer múltiplos meios de engajamento, de representação e de ação e expressão, em vez de só adaptar depois.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 cardápio com várias opções: cada pessoa escolhe o prato que lhe serve, e todas comem na mesma mesa.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DUA recomenda; não garante nem obriga.”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dimensões do DUA</a:t>
            </a:r>
            <a:endParaRPr lang="en-US" sz="3400" dirty="0"/>
          </a:p>
        </p:txBody>
      </p:sp>
      <p:pic>
        <p:nvPicPr>
          <p:cNvPr id="4" name="Image 0" descr="Figura 9.2 — Com base em CAST (2018). Ilustração conceitu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1180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9.2 — Com base em CAST (2018). Ilustração conceitual.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9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9.1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IA pode apoiar na acessibilidade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Descrição de imagens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Texto alternativo para mapa ou gráfico. Conferir se não inventa elementos.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Legendas e transcrição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Transcrever falas da aula. Rever termos técnicos, nomes e sotaques.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Simplificação de linguagem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Frases curtas. Cuidado com perda de conteúdo e tom infantil.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Variações de nível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Duas versões de um exercício, sem rebaixar expectativas.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sobre nós sem nós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Estudante, família e equipes de apoio devem ser ouvidos na escolha e na avaliação das adaptações. A IA gera versões; quem usa sabe se funcionam.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roupa sob medida: o alfaiate propõe, mas só quem veste sabe se ficou confortável.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usa a adaptação avalia a adaptação.”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especiais ao adaptar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sensíveis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Laudos e diagnósticos não entram na IA sem base legal e garantias. Peça apoios gerais.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Tradução automática pede muita cautela; não substitui intérpretes.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Baixas expectativas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Mantenha o objetivo; ajuste os meios e preserve o desafio.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Equidade de acesso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tecnologia assistiva deve estar disponível na escola.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não é empobrecer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os meios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Formato, apoio, tempo e linguagem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Objetivo de aprendizagem mantido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Nível de desafio preservado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Versões oferecidas como opções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Rebaixar o conteúdo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Ideias importantes somem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Tom infantil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Expectativas menores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"Versão para quem tem dificuldade"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“Adaptar é ajustar o caminho, não encurtar o destino.”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Mantenha o objetivo; mude os meios.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Personalização: três sentidos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Adaptação útil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Ajusta apoio, tarefa ou tempo com base em evidências recentes de aprendizagem. O professor decide.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inadequada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Rótulos fixos, como "aluno visual" ou "nível baixo", que limitam oportunidades.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Alegação sem evidência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Promessas como "aprende como você aprende", sem estudos independentes.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da personalização</a:t>
            </a:r>
            <a:endParaRPr lang="en-US" sz="3400" dirty="0"/>
          </a:p>
        </p:txBody>
      </p:sp>
      <p:pic>
        <p:nvPicPr>
          <p:cNvPr id="4" name="Image 0" descr="Figura 9.3 — Três sentidos de personalização. Ilustração conceitu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9.3 — Três sentidos de personalização. Ilustração conceitual.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 e adaptação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Efeitos em geral positivos em contextos específicos, mas mitigados frente a tutoria não inteligente.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Sistemas podem funcionar de forma desigual entre grupos, um risco em modelos de previsão.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Estilos de aprendizagem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Não há sustentação para ajustar o ensino a esses estilos.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personalizar pode isolar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Trilhas individuais podem reduzir o tempo de convivência e de discussão coletiva, e ficar opacas para o professor e as famílias.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cada um jantar com fones de ouvido: todos comem, mas ninguém conversa.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“Personalizar sem deixar de conviver.”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com responsabilidade em cinco passos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Definir objetivo e o que não pode ser perdido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Gerar versões sem dados pessoais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Verificar fidelidade e erros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Validar com estudantes e equipe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Registrar e oferecer como opções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Sem validação por pessoas, não é adaptação: é palpite.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o fluxo de validação</a:t>
            </a:r>
            <a:endParaRPr lang="en-US" sz="3400" dirty="0"/>
          </a:p>
        </p:txBody>
      </p:sp>
      <p:pic>
        <p:nvPicPr>
          <p:cNvPr id="4" name="Image 0" descr="Cinco passos para adaptar com responsabilida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9578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Cinco passos para adaptar com responsabilidade.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adaptar um material e validar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o objetivo e o que não pode ser perdido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Peça três versões: simples, com glossário e em tópicos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Compare cada versão com o original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Confira a descrição da imagem elemento por elemento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Ofereça as versões como opções e ouça os estudantes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Ajuste, registre as mudanças e guarde as versões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min de preparação e 30 min de validação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Três versões revisadas, descrição validada e registro de ajustes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Faça em papel, com colegas e glossários do livro didático.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visual do capítulo</a:t>
            </a:r>
            <a:endParaRPr lang="en-US" sz="3400" dirty="0"/>
          </a:p>
        </p:txBody>
      </p:sp>
      <p:pic>
        <p:nvPicPr>
          <p:cNvPr id="4" name="Image 0" descr="Figura 9.4 — Adaptar com responsabilidade em cinco pass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326" y="1325880"/>
            <a:ext cx="971686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9.4 — Adaptar com responsabilidade em cinco passos.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ao adaptar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Exposição de dados de saúde ou de deficiência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Rótulos e baixas expectativas por perfis automáticos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Erros: conteúdo distorcido, descrição inventada, tradução ruim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Substituir apoios humanos por soluções automáticas mais baratas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 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Precisa inserir dados de saúde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 adaptação é decisiva e sensível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Profissionais podem fazê-la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há como validar com quem usa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 sem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Equipe de AEE e serviços especializados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Letras maiores, tempo extra, etapas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Glossários e exemplos concretos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Duas ou três formas de fazer a tarefa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Inclusão é direito; o DUA é recomendação, não lei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IA apoia, sempre com validação por pessoas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Dados de saúde e laudos não entram em sistemas de IA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Personalização: por quem, com base em quê, para quê, com qual evidência?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Estilos de aprendizagem não têm sustentação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Nada sobre nós sem nós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barreiras de acesso existem hoje na sua turma?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momentos você adaptou materiais e ouviu os estudantes?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evitar que adaptações se tornem rótulos?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perguntas faria a quem promete aprendizagem personalizada?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é abrir portas, não colar etiquetas.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9 — Inclusão, acessibilidade e personalização com critério</dc:title>
  <dc:subject>PptxGenJS Presentation</dc:subject>
  <dc:creator>Araken de Medeiros Santos</dc:creator>
  <cp:lastModifiedBy>Araken de Medeiros Santos</cp:lastModifiedBy>
  <cp:revision>1</cp:revision>
  <dcterms:created xsi:type="dcterms:W3CDTF">2026-10-26T23:34:34Z</dcterms:created>
  <dcterms:modified xsi:type="dcterms:W3CDTF">2026-10-26T23:34:34Z</dcterms:modified>
</cp:coreProperties>
</file>