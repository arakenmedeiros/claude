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8.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O capítulo fecha a ideia de que o estudante precisa continuar pensando, mesmo com a IA. A atividade final usa feedback em duas camadas.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cena: Lívia pede à IA que corrija a redação, recebe excelente texto, entrega confiante. O professor aponta tese confusa, argumentos repetidos e conclusão sem retomar o problema. Cena fictícia. Pergunte à turma o que Lívia precisava ouvir.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como roteiro: ciclo de autorregulação, metacognição, mediação docente, as três perguntas do feedback, feedback gerado por IA e a atividade em duas camadas.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de Zimmerman tem três fases: antecipação, desempenho e autorreflexão. A capacidade não é inata e precisa ser ensinada. Use a analogia de cozinhar: se alguém diz sempre o que fazer em cada passo, a pessoa termina o prato sem aprender a cozinhar.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fase, a IA pode apoiar: sugerir perguntas de planejamento, oferecer dicas, comparar a autoavaliação com critérios. E em cada fase há o risco de substituir a decisão do estudante. Peça um exemplo para cada fase.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Metacognição tem dois componentes: conhecimento metacognitivo (saber como se aprende) e regulação metacognitiva (planejar, monitorar, avaliar). Alerte para a ilusão de saber, que explicações bem escritas de IA podem intensificar. Pergunte quando a turma já se sentiu assim.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que chamam atenção. Um experimento com 117 universitários sugeriu possível preguiça metacognitiva. Um quase-experimento com 68 universitários mostrou que apoio metacognitivo explícito melhorou a autorregulação, mas sem diferença de desempenho. Uma edição especial recomenda cautela. Todos: poucos estudantes, curto prazo, ensino superior.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momentos de mediação docente: antes, durante, depois e ao final. Dê o exemplo de pergunta em cada um. Sem mediação, o estudante aceita o que recebe ou usa a ferramenta só para terminar. Peça que a turma escolha o momento em que menos intervém hoje.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simples de mediação: o registro de decisões. Em duas ou três linhas, o estudante anota o que pediu, o que aceitou, o que rejeitou ou alterou e por quê. Isso transforma o uso em objeto de reflexão e mostra ao professor como o estudante pensa.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é a informação que ajuda a reduzir a distância entre o que a pessoa fez e o que se pretende. Os efeitos variam bastante com o tipo, a recepção e o contexto. Avaliação formativa promissora, sobretudo quando descritiva e não apenas nota. Peça à turma um feedback que mudou algo em sua vida.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perguntas do feedback eficaz, de Hattie e Timperley. Aplique ao caso de Lívia: o elogio dela responde alguma delas? Peça que a turma escreva um comentário curto que responda às três.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níveis: tarefa, processo, autorregulação e pessoa. O feedback sobre a pessoa, como você é muito inteligente, costuma ser pouco informativo. Peça que a turma classifique um comentário real que costuma escrever.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Estudos sobre feedback de IA, lidos com cuidado. Em 200 redações, o feedback humano foi um pouco melhor em média, com IA comparável em alguns critérios (descrição baseada em resumos do estudo; confira o artigo). Em Macroeconomia, houve mais participação e melhora de conteúdo. A tutoria com supervisão humana ainda é pré-publicação. Não há base para dizer que a IA sozinha substitui o professor.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de qualidades desejáveis e riscos do feedback gerado por IA. Qualidades: alinhado a critérios, específico, orienta o próximo passo, respeita a autoria, linguagem acolhedora. Riscos: genérico, incorreto, descontextualizado, reescreve em vez de orientar, tom inadequado.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Lembre que só é feedback se o estudante puder agir: reescrever, refazer, tentar de novo. Pergunte à turma que espaço existe para isso em sua rotina.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princípios do autor, a serem testados em cada contexto. Aqui estão quatro em destaque: o professor define os critérios; a IA é primeiro leitor; foco em processo e autorregulação; combinar IA, colegas e professor. Os outros dois: o professor revisa antes de devolver, e feedback exige oportunidade de uso.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em duas camadas: a IA é primeiro leitor, o estudante registra decisões e o professor comenta o raciocínio, sem reescrever o texto. Menores de 13 anos não usam IA diretamente, então feedback entre pares. Duas aulas de 50 minutos e 20 de devolutiva.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entregar ao estudante um feedback gerado por IA, cinco conferências. Reforce a privacidade: textos de estudantes podem ter dados pessoais ou de terceiros. Tom inadequado pode afetar a autoestima.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Dispense a IA no feedback sobre aspectos pessoais, emocionais ou sensíveis, em decisões de avaliação com consequências e em produções com dados pessoais. Dispense também quando o objetivo for treinar a autoavaliação sem apoio externo. Mostre a alternativa sem tecnologia.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rascunho, autoavaliação com critérios, feedback inicial (IA ou colega), decisões registradas, reescrita e devolutiva. No centro, o estudante. Peça que a turma narre o ciclo com um exemplo do cotidiano.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 e peça que cada pessoa escolha um para testar na próxima atividade. Volte a Lívia: que feedback ela deveria ter recebido?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 para duplas, 5 minutos. A pergunta sobre critérios para entregar feedback de IA pode virar um combinado da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8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Autorregulação, metacognição, mediação docente e feedback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 — Fundamentos pedagógicos e planejamento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Descrever o ciclo da aprendizagem autorregulada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conhecimento e regulação metacognitiva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momentos de mediação docente no uso de 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as três perguntas e os quatro níveis do feedback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Avaliar vantagens e riscos do feedback gerado por IA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O ELOGIO QUE NÃO ENSINA NADA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um feedback útil, e como a IA pode ajudar sem enfraquecer a autorregulação?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"Excelente texto!" Elogio genérico, sem dizer o que fazer a seguir.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8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8.1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da aprendizagem autorregulada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Antecipação: metas e estratégias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Desempenho: executar e monitorar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Autorreflexão: avaliar e decidir o que mudar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Como cozinhar: planejar, provar e ajustar, depois avaliar o prato.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Autorregulação e papéis possíveis da IA</a:t>
            </a:r>
            <a:endParaRPr lang="en-US" sz="3400" dirty="0"/>
          </a:p>
        </p:txBody>
      </p:sp>
      <p:pic>
        <p:nvPicPr>
          <p:cNvPr id="4" name="Image 0" descr="Apoio possível e risco em cada fase do cic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55" y="1325880"/>
            <a:ext cx="810120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Apoio possível e risco em cada fase do ciclo.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Metacognição e a ilusão de saber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Conhecer e regular o próprio pensar. A ilusão de saber é achar que entendeu só porque o texto estava claro, sem conseguir explicar sozinho.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assistir a uma receita e achar que sabe cozinhar: só o fogão revela.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“Ler claro não é saber fazer.”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Escrita melhorou, mas sem ganho de conhecimento: possível preguiça metacognitiva.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Apoio metacognitivo explícito melhorou a autorregulação em 4 semanas.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Cautela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Efeitos positivos, mas risco de menor vigilância e aprendizagem superficial.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Poucos estudantes, curto prazo, ensino superior. Não generalize.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momentos de mediação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25905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2590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Antes: objetivo, regras e critérios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12496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37185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9115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911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0901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Durante: circular e perguntar "como verificar?"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817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9506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72325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232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3222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Depois: comparar com critérios e fontes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77138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01827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95535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9553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5543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Ao final: o que a IA fez? E eu?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Sem mediação, o estudante só quer terminar a tarefa.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decisões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estudante anota o que pediu à IA, o que aceitou, o que rejeitou ou alterou, e por quê.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diário de bordo de um navegante: quem registra a rota aprende a navegar.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“Registrar a decisão é pensar sobre ela.”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Feedback: encurtar a distância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Informação sobre o desempenho que ajuda a reduzir a distância entre o que a pessoa fez e o que se pretende.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GPS: diz onde você está e qual curva fazer, e não apenas "você está perdido".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“Nota diz onde está. Feedback diz como seguir.”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do feedback eficaz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Para onde estou indo? Objetivo e critério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Como estou indo? O que já alcancei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Para onde vou agora? Que ações melhoram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Elogio genérico não responde a nenhuma das três.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e quatro níveis de feedback</a:t>
            </a:r>
            <a:endParaRPr lang="en-US" sz="3400" dirty="0"/>
          </a:p>
        </p:txBody>
      </p:sp>
      <p:pic>
        <p:nvPicPr>
          <p:cNvPr id="4" name="Image 0" descr="Tarefa, processo, autorregulação e pesso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286" y="1325880"/>
            <a:ext cx="882494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Tarefa, processo, autorregulação e pessoa.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de IA: o que sabemos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Redações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Feedback humano um pouco melhor; IA comparável em alguns critérios.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Universitários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Mais participação e melhora de conteúdo em Macroeconomia.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 supervisionada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Pré-publicação, sem revisão por pares.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Tarefas e níveis específicos. IA sozinha não substitui o professor.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Qualidades e riscos do feedback da IA</a:t>
            </a:r>
            <a:endParaRPr lang="en-US" sz="3400" dirty="0"/>
          </a:p>
        </p:txBody>
      </p:sp>
      <p:pic>
        <p:nvPicPr>
          <p:cNvPr id="4" name="Image 0" descr="O caso de Lívia: confirmar sem orientar é um risc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414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O caso de Lívia: confirmar sem orientar é um risco.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“Feedback que não pode ser usado não é feedback.”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Dê ao estudante a chance de reescrever, refazer e tentar de novo.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para feedback com apoio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do professor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IA aplica critérios dados, não inventa os seus.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primeiro leitor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estudante decide o que aceita e registra por quê.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no processo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Perguntas valem mais que correções prontas.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fontes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Combine IA, colegas e professor.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feedback em duas camadas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Rascunho individual, sem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Autoavaliação com a rubrica, com justificativa de uma linha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Camada 1: feedback da IA (ou de um colega) pela rubrica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Tabela: sugestão recebida, decisão, por quê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Reescrita do texto com base nas decisões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Camada 2: o professor comenta o raciocínio, sem reescrever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 + 20 min de devolutiva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reescrito, tabela de decisões e reflexão final.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Só a camada de pares, com rubrica no quadro e a tabela no caderno.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antes de entregar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As observações estão corretas, sem erros inventados?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Estão alinhadas ao objetivo e à rubrica?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Indicam o que fazer a seguir, e o tom é adequado à idade?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Evitei enviar nomes e dados pessoais ao sistema?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no feedback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 se...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feedback é pessoal, emocional ou sensível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notas, aprovações ou encaminhamentos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dados pessoais na produção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objetivo é treinar autoavaliação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tecnologia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Feedback entre pares com três critérios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Treino coletivo com exemplo no quadro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Três comentários que mais ajudaram, discutidos em turma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rascunho à reflexão</a:t>
            </a:r>
            <a:endParaRPr lang="en-US" sz="3400" dirty="0"/>
          </a:p>
        </p:txBody>
      </p:sp>
      <p:pic>
        <p:nvPicPr>
          <p:cNvPr id="4" name="Image 0" descr="As decisões do estudante ficam no centro do cic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915" y="1325880"/>
            <a:ext cx="641169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As decisões do estudante ficam no centro do ciclo.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Autorregulação: antecipação, desempenho e autorreflexão; precisa ser ensinada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Metacognição: conhecer e regular o próprio pensamento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Apoio metacognitivo ajuda; a dependência pode reduzir a autorregulação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Feedback eficaz: para onde vou, como estou, para onde vou agora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Feedback de IA tem riscos e não substitui sozinho o do professor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registro de decisões é uma mediação simples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tipo de feedback você mais dá: tarefa, processo, autorregulação ou pessoa?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Quando seus estudantes planejam, monitoram e avaliam o próprio trabalho?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critérios usaria para entregar um feedback de IA a um estudante?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apoio precisaria para melhorar o feedback sem se sobrecarregar?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bom aponta o próximo passo, e quem decide é o estudante.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8 — Autorregulação, metacognição, mediação docente e feedback</dc:title>
  <dc:subject>PptxGenJS Presentation</dc:subject>
  <dc:creator>Araken de Medeiros Santos</dc:creator>
  <cp:lastModifiedBy>Araken de Medeiros Santos</cp:lastModifiedBy>
  <cp:revision>1</cp:revision>
  <dcterms:created xsi:type="dcterms:W3CDTF">2026-10-26T23:34:33Z</dcterms:created>
  <dcterms:modified xsi:type="dcterms:W3CDTF">2026-10-26T23:34:33Z</dcterms:modified>
</cp:coreProperties>
</file>