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21.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Pergunte quem já participou de um projeto que ficou bonito e vazio. Anuncie que o capítulo tem muitas ferramentas de mediação para evitar isso.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 da professora Lúcia: roteiro de IA sobre a água, estudantes copiaram textos genéricos e ninguém foi à rua. Cartaz caprichado, mas sem resposta sobre a água daquele bairro. Pergunte à turma o que faltou.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Separe os termos. PBL em problemas: problema complexo sem resposta única. PBL em projetos: produto em resposta a uma pergunta. Interdisciplinaridade: perguntas de uma área ajudam a responder as da outra. Se as áreas só ficam lado a lado, é multidisciplinaridade. Não há definição única aceita por toda a literatura.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exemplo da reforma da cozinha. Ninguém separa por disciplina: o problema chama os saberes. Pergunte que problema real do bairro da escola funcionaria assim.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 sobre mediação. Há debate de décadas entre autonomia e orientação. A convergência prática: projetos bem desenhados incluem andaimes, apoios gradualmente retirados.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critérios de uma boa pergunta motriz, aqui em quatro blocos. Peça que a turma avalie 'Pesquise sobre a água' contra esses critérios. Pergunta fraca pede só coleta de informação; a mais forte: o que fazer para reduzir o desperdício de água na escola e como saberemos se funcionou?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 perguntas fracas e fortes. Pesquise sobre a água é só coleta. Faça um cartaz sobre alimentação é produto sem pergunta. A pergunta forte nasce do contexto da turma. A IA pode propor cinco versões, mas o professor adapta e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do projeto com seis etapas e a mediação e checagem do professor no centro. Peça que a turma localize em qual etapa seus projetos costumam travar.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a IA pode entrar em cada fase. Docentes: listas de perguntas, cronograma, riscos. Estudantes: perguntas de reflexão, mas eles decidem. Investigação: termos de busca e rascunho de entrevista, sem substituir campo. Produção: revisão de clareza, sem gerar o produto final. Apresentação: ensaio com perguntas do público.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Pare e verifique antes de usar um roteiro de projeto gerado por IA. As cinco perguntas. Peça que a turma aplique ao roteiro da professora Lúcia. Foco: fontes locais, datas, recursos e lugares existentes na sua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investigação precisa sair do computador. O valor do projeto está em dados que só aquela comunidade tem. Defina cedo o que será observado, medido ou ouvido, e registre em caderno de campo, planilha ou fotografia, com autorização.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cuidados de mediação. Pontos de checagem datados, com conversa de cinco minutos. Perguntas que só quem participou sabe responder. Registro do processo, incluindo para que serviu a IA. Sugira também os dez primeiros minutos de cada encontro para o estado do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Trabalho em grupo: papéis claros com rodízio. A IA não é mais um integrante: é uma ferramenta, e uma pessoa responde pelo que foi aproveitado. Dois riscos: quem faz tudo sozinho e quem dispensa o esforço porque a IA faz. A avaliação individual protege os dois.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a pesquisa permite afirmar. PBL: revisão clássica indica compreensão flexível e aprendizagem autodirigida, mas muita pesquisa vem da medicina. Meta-análises: vantagens em retenção, habilidades e satisfação; tradicional vai melhor em provas padronizadas de curto prazo. Projetos: delineamentos quase-experimentais limitam conclusões causais. Sobre IA em projetos: evidências escassas.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1: desenho colaborativo de um projeto, para professores. Dois encontros de 90 minutos. Comece pelo território e pelos interesses dos estudantes, depois pergunta, produto, marcos, campo, critérios e plano B. Etapa de IA é opcional. A troca de folhas com outra equipe docente fecha o ciclo.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 2: consultoria de IA com diário de verificação, para estudantes. O professor valida o pedido antes do envio para evitar dados pessoais. A resposta é lida em voz alta e marcada em três cores. Sem equipamento, leve respostas impressas e faça a leitura crítica no papel.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Avaliação de projetos: processo e produto, grupo e indivíduo. A LDB indica avaliação contínua e cumulativa, com prevalência dos aspectos qualitativos. Registre o uso de IA sem punir o uso permitido: o foco é a responsabilidade pelas decisões.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e limites do capítulo. Falsa interdisciplinaridade, cópia e colagem, sobrecarga, desigualdade no grupo e privacidade de estudantes, famílias e moradores entrevistados.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 a IA. Em campo, entrevista e observação. Quando o objetivo é formular perguntas e planos. Quando o grupo é muito jovem ou o professor não tem como mediar. Quando há pessoas identificáveis. A decisão pedagógica coletiva não se terceiriza.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visual: território, professores e estudantes se encontram no projeto autêntico; a IA é uma pequena caixa de apoio ligada por seta tracejada.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pontos e peça que cada professor escolha um marco de checagem para testar no próximo projeto. Experimento sugerido: mesma pergunta para todos os grupos e comparar as respostas da IA e do livro.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Dê 5 minutos. Peça que as duplas compartilhem o problema real do entorno da escola e o público do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6D3B6E">
              <a:alpha val="75000"/>
            </a:srgbClr>
          </a:solidFill>
          <a:ln w="12700">
            <a:solidFill>
              <a:srgbClr val="6D3B6E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21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 interdisciplinares e aprendizagem baseada em problemas com apoio de IA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IV — Aplicações práticas no trabalho docente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projeto, problema e interdisciplinaridade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Formular uma pergunta motriz autêntica e viável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Ver em cada fase do ciclo onde a IA entra e onde fica de fora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mediação, trabalho em grupo e avaliação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Ler com cautela as evidências sobre projetos e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UM PROJETO BONITO E VAZIO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'O projeto era de todo mundo e de ninguém.'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roteiro veio pronto, mas a investigação não saiu da tela.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Projeto, problema, interdisciplinaridade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Baseada em problemas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Problema complexo, sem resposta única; o grupo estuda e aplica.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Baseada em projetos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Período mais longo para produzir algo em resposta a uma pergunta.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Interdisciplinaridade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Perguntas de uma área ajudam a responder as da outra.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Multidisciplinaridade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Áreas lado a lado, sem integração.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chama os saberes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Bons projetos escolares imitam a vida: o problema real mobiliza matemática, ciências, leitura e negociação juntas.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reformar a cozinha: orçamento, medidas, umidade e contrato, tudo ao mesmo tempo.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“Ninguém separa o problema por disciplina.”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“Projeto não é ausência de aula.”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Há explicação, modelagem, ensaio, devolutiva e andaimes.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faz uma boa pergunta motriz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Importa de verdade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Interessa aos estudantes ou à comunidade, não só ao programa.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resposta pronta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Exige evidências, comparação de alternativas e decisão.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Viável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Cabe no tempo, nos recursos e na idade do grupo.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Gera produto e avaliação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Produto mostrável a alguém além do professor; dá para dizer o que é boa resposta.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 fraca, pergunta mais forte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'Pesquise sobre a água.'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'Explique o ciclo do lixo.'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'Faça um cartaz sobre alimentação.'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Cabe em qualquer lugar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Mais forte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Como reduzir o desperdício de água na escola?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Que destino têm os resíduos do bairro? Que mudança propor?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Como montar um lanche saudável e barato?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Nasce do território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Ciclo do projeto e checagens do professor</a:t>
            </a:r>
            <a:endParaRPr lang="en-US" sz="3400" dirty="0"/>
          </a:p>
        </p:txBody>
      </p:sp>
      <p:pic>
        <p:nvPicPr>
          <p:cNvPr id="4" name="Image 0" descr="Figura 21.2 — Ciclo de um projeto com pontos de checagem do professo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2258" y="1325880"/>
            <a:ext cx="627700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21.2 — Ciclo de um projeto com pontos de checagem do professor.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fase, o papel da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Planejar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Docentes: perguntas, cronograma, riscos. Estudantes: perguntas para refletir.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Termos de busca e rascunho de roteiro. Não substitui campo nem entrevista.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Produzir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Ideias de formato e revisão de clareza. Não gera o produto final.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Apresentar e refletir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Ensaio com perguntas do público; sem nota automática do projeto.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o roteiro gerado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As habilidades e os objetivos do currículo estão nele?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Datas, recursos e lugares existem na sua realidade?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Há fontes locais ou só informação genérica?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produto responde à pergunta motriz? O cronograma é real?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investigação sai do computador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valor está em dados que só a comunidade tem: entrevistas, medições no pátio, visitas. A IA não produz esses dados.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pedir a um mapa a temperatura da rua: a resposta só vem de quem sai e mede.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“Trocar a coleta pelo assistente vira recitação.”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Mediação do professor: três cuidados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Pontos de checagem datados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Perguntas que só quem participou responde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D3B6E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Registro do processo, inclusive do uso de IA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Dez minutos iniciais: o que fizemos, o que travou, o que faremos.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grupo: papéis 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Papéis claros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Relator, dados, fontes e tempo, com rodízio.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é ferramenta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é integrante. Uma pessoa responde pelo que foi aproveitado.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riscos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Quem faz tudo sozinho e quem deixa a IA fazer.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Avaliação individual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Protege quem trabalha e quem precisa de apoio.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(PBL)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Ajuda retenção e habilidades; vai pior em provas curtas. Dados do ensino superior.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Estudos sem sorteio limitam conclusões causais. Fatores são orientações, não garantias.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em projetos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Evidências escassas. Alertas vêm de outros formatos, como a 'preguiça metacognitiva'.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1: desenho de um projeto interdisciplinar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Listar problemas reais do entorno e escolher um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docente indica 2 ou 3 habilidades do seu componente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três perguntas motrizes, testar e definir o produto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Definir cinco marcos e o plano de campo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critérios e plano 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Trocar a folha com outra equipe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 + 30 min de ajustes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do projeto: pergunta, produto, marcos, campo, critérios, plano B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Papel e reunião presencial; coleta de campo com caderno, fita e entrevistas.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 2: consultoria de IA com diário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D3B6E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Escrever a pergunta do grupo e o que já sabem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Elaborar o pedido à IA; o professor valida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Marcar a resposta: verde sabemos, amarelo conferir, vermelho não serve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Indicar fonte ou procedimento para cada item amarelo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Registrar a decisão e o que não aproveitaram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Ficha de verificação do grupo e plano de coleta de dados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Um único equipamento do professor, ou respostas impressas lidas no papel.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Avaliar projetos: o que olhar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Processo e grupo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Diário de bordo e marcos cumpridos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Qualidade das decisões e das fontes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Avaliação entre pares com roteiro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Devolutiva pública, quando seguro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Indivíduo e produto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Autoavaliação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Explicação oral breve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Pergunta escrita sobre o conteúdo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Registro do uso de IA, sem punir o permitido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Riscos e limites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Projeto genérico que ignora o território e os estudantes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Cópia e colagem no lugar de investigação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Falsa interdisciplinaridade e sobrecarga do professor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Privacidade de estudantes, famílias e moradores entrevistados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projeto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 e entrevista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Observar, medir e ouvir é trabalho dos estudantes, sem tela.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Formular perguntas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Quando o objetivo é exercitar a capacidade de perguntar e planejar.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mediação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Grupo muito jovem ou professor sem como mediar e verificar.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de pessoas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Pessoas identificáveis da comunidade e decisão pedagógica da equipe.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o projeto autêntico</a:t>
            </a:r>
            <a:endParaRPr lang="en-US" sz="3400" dirty="0"/>
          </a:p>
        </p:txBody>
      </p:sp>
      <p:pic>
        <p:nvPicPr>
          <p:cNvPr id="4" name="Image 0" descr="Figura 21.3 — O professor, o território e os estudantes no centro; a IA como apoi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21.3 — O professor, o território e os estudantes no centro; a IA como apoio.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6D3B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Projeto e problema pedem pergunta autêntica, produto e mediação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Pergunta fraca: nenhuma ferramenta salva o projeto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 investigação ocupa o território, as pessoas e os dados do grupo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Projeto não é ausência de aula: andaimes e marcos fazem parte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Avalie processo e produto, grupo e indivíduo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D3B6E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Evidências sobre IA em projetos: ainda escassas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problema real do entorno poderia mobilizar mais de uma área?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marcos e perguntas de checagem mostrariam quem entende o quê?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fase a IA ajudaria sem tirar a parte formadora dos estudantes?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avaliar individualmente em um trabalho de grupo?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6D3B6E">
              <a:alpha val="70000"/>
            </a:srgbClr>
          </a:solidFill>
          <a:ln w="12700">
            <a:solidFill>
              <a:srgbClr val="6D3B6E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projeto nasce no território, não no roteiro pronto.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21 — Projetos interdisciplinares e aprendizagem baseada em problemas com apoio de IA</dc:title>
  <dc:subject>PptxGenJS Presentation</dc:subject>
  <dc:creator>Araken de Medeiros Santos</dc:creator>
  <cp:lastModifiedBy>Araken de Medeiros Santos</cp:lastModifiedBy>
  <cp:revision>1</cp:revision>
  <dcterms:created xsi:type="dcterms:W3CDTF">2026-10-26T18:55:07Z</dcterms:created>
  <dcterms:modified xsi:type="dcterms:W3CDTF">2026-10-26T18:55:07Z</dcterms:modified>
</cp:coreProperties>
</file>