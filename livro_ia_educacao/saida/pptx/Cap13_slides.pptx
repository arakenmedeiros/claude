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13.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objetivos. Diga que este capítulo trata de adolescentes em transição: curiosidade e autonomia crescem, mas a mediação continua necessária.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o professor Henrique recebe textos parecidos sobre a Revolução Industrial; a estudante diz que pediu à IA e ajeitou um pouco. Ele pensa em proibir tudo, mas lembra que muitos usam para tirar dúvidas. Debata por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características dos estudantes, condições de uso, apoios ao professor, atividades, avaliação e autoria, riscos e cuidados. Dê a visão geral rapidamente.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Estudantes de 11 a 14 anos, em transição. Há oportunidades (curiosidade, discussão de regras) e riscos (pressão do grupo, atalhos, exposição de dados, cyberbullying). Pergunte à turma o que observa em seus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volante no carro de autoescola: o instrutor tem pedal próprio. O adolescente dirige, mas o adulto acompanha. Pergunte: onde o 'pedal do instrutor' aparece na sua turma?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do autor, sujeita a normas locais. 6º e 7º anos: demonstrações coletivas e atividades desplugadas. 8º e 9º: uso mediado, objetivo claro e registro, equipamentos da escola. Sempre: sem dados pessoais, alternativas sem IA, famílias informadas.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fiel às ressalvas. Revisões indicam melhorias em motivação, autonomia e pensamento crítico, mas com limitações metodológicas. O experimento com cerca de mil estudantes do ensino médio: melhor durante o uso, pior depois sem o assistente, atenuado com salvaguardas. Não transferir diretamente para 11 a 14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 o padrão que se repete na pesquisa. Pergunte à turma: que desenho de uso você escolheria para a sua turma?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quatro das oito aplicações da tabela do capítulo. Para cada uma, pergunte o que a turma verificaria antes de usar. Rubricas e feedback: rascunho inicial, sempre revisado.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exemplos por componente curricular. Em todos, o estudante pensa primeiro e confere depois. Peça que cada professor diga um exemplo da sua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Auditoria de respostas: tratar a resposta da IA como texto a ser conferido. Analogia do fiscal de nota fiscal: lê cada linha. Prepare a atividade 1: fluência não é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os estudantes não usam o assistente; o texto é impresso, preparado pelo professor, que o confere com fontes antes. Duas aulas de 50 minutos. Cuidado com temas sensíveis, como a abolição: discuta com respeito e contexto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 atividade 2. O experimento de campo mostrou que o acesso livre pode prejudicar o desempenho posterior, atenuado com salvaguardas. Diferença: resposta pronta versus ajuda para pensar. Analogia: dica de GPS passo a passo versus ser levado ao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de reflexão em sala; não é experimento científico e seus resultados não permitem generalizar. Duas listas equivalentes; resposta pronta em uma e dicas graduais na outra; teste sem ajuda na aula seguinte. Não divulgue desempenhos individuais.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Experimente o acordo de turma (Apêndice K): os estudantes escrevem regras, votam e afixam. Participação aumenta a adesão. Peça que a turma redija uma regra possível agora, em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Integridade cresce nessa etapa. Seis ideias: processo, produção em sala e fora, conversas curtas, regras e declaração de uso, rubricas e evitar detectores como prova. Detectores erram e podem prejudicar mais certos grupos, como falantes não nativos de inglês.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acusar, reúna evidências de processo, converse e dê oportunidade de defesa. Detectores não são prova. A conduta educativa deve prevalecer sobre a punitiva; consulte o regimento da escola. Pergunte: como sua escola lida com isso hoje?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específicos da etapa. Deepfakes e cyberbullying podem causar sofrimento grave e ter consequências legais: a escola orienta, acolhe vítimas e aciona a rede de proteção, com orientação jurídica da rede. Chatbots 'companheiros': conversar sobre limites e busca de ajuda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Dispensar a IA quando o objetivo é treinar sem apoio, em avaliações de domínio individual, com dados pessoais ou temas sensíveis e quando não for possível mediar. Em sofrimento emocional, adultos de confiança e serviços de apoio são insubstituíveis.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perguntas que o estudante pode se fazer diante de qualquer uso de IA: o que quero aprender? a IA ajuda ou faz por mim? como vou verificar e declarar? Peça que a turma as copie e leve para 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rápida. Retome o professor Henrique: o que ele poderia fazer amanhã? Cada pessoa escolhe uma ideia para levar.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de escrita e 3 de troca em duplas. Sugira que cada um planeje uma pergunta para fazer aos estudantes sobre como já usam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13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finais do ensino fundamental: autonomia em construção, verificação e autoria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a adolescência inicial a oportunidades e riscos da IA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Definir condições para o uso mediado por estudantes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atividades de verificação, autoria e pensamento crítico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Escolher estratégias de avaliação que valorizem o processo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riscos e agir de modo educativo, com famílias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separar o uso que ajuda do uso que substitui?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trabalho que veio pronto.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3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13.1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estudantes dos anos finais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Da infância à adolescência: pensamento abstrato e identidade ganham peso.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Curiosidade, capacidade de discutir regras e dilemas, interesse por tecnologia.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Pressão do grupo, atalhos, exposição de dados, conteúdos impróprios.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precisam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Mediação, limites e acolhimento.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 com mediação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estudante busca autonomia, mas ainda precisa de mediação, limites e acolhimento. O uso de IA deve ter objetivo, registro e acompanhamento.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carro de autoescola: o aluno dirige, mas o instrutor tem um pedal próprio para frear quando preciso.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“Autonomia cresce; a mediação continua.”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para o uso mediado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6º e 7º: demonstração do professor e desplugadas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8º e 9º: uso mediado, pontual e com registro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Equipamentos e contas da escola, se as normas permitirem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Sem dados pessoais e com alternativa sem IA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Famílias informadas e momentos de produção sem IA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Muitos têm menos de 13 anos: respeite normas e termos de uso.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Revisões recentes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Melhorias relatadas em motivação e pensamento crítico, com limitações metodológicas e lacunas.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 de campo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Cerca de mil estudantes de ensino médio: melhor durante o uso, pior depois; atenuado com salvaguardas.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Estudos tratam de outros contextos. O desenho do uso é o que importa.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é a ferramenta, é o desenho do uso.”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Não transfira resultados de outras etapas.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Apoios ao trabalho do professor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e exemplos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 de aulas e analogias. Verificar alinhamento e limites da analogia.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em níveis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Três versões de exercícios. Verificar dificuldade e evitar rótulos.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e feedback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Rascunhos com base em critérios. Verificar clareza, correção e tom.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Descrições, glossários e resumos. Verificar fidelidade.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por componente curricular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e comparar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Matemática: resolver sozinho, depois dicas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Português: argumentos próprios e revisão com critérios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Ciências: testar hipóteses contra experimentos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História e Geografia: comparar fontes e verificar datas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 criticamente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Línguas: traduções automáticas e humanas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Arte: autoria e direitos autorais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Educação Física: cuidado com conselhos de saúde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Computação: dados, algoritmos e atividades desplugadas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Auditar uma resposta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Ler a resposta, marcar o que pode ser verificado, buscar evidência e classificar: confirmada, contraditada ou não verificável.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conferir a conta do restaurante: texto bonito não garante que o total esteja certo; confira item a item.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“Fluente não quer dizer correto.”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auditoria de respostas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Entregue a resposta de IA impressa, sem dizer se tem erros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Duplas sublinham afirmações verificáveis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dupla escolhe cinco e confronta com fontes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Preencham: afirmação, fonte, classificação, observação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Discutam erros, pontos de vista ausentes e linguagem segura demais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um escreve três dicas para ler com cuidado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de auditoria preenchida e três dicas escritas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no quadro ou uma folha por dupla; fontes do livro didático e mapas.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 ou resposta?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Receber a resposta pronta não é o mesmo que receber ajuda para pensar. Cada tipo de ajuda tem efeito diferente na sua aprendizagem.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ir a um lugar de carona ou com um mapa: de carona, você chega; com o mapa, você aprende o caminho.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só recebe a resposta não treina o caminho.”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dica ou resposta?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Lista A: três problemas com resposta pronta e explicação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Lista B: três problemas equivalentes, só com dicas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Aula seguinte: teste individual sem ajuda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Folha: com qual ajuda me senti seguro? Em qual lembrei?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Discussão: o que funcionou melhor depois? Por quê?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Combine critérios: quando pedir dica, resposta ou nada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de reflexão, teste sem ajuda (formativo) e critérios coletivos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Dicas e respostas vêm do professor ou de colegas, com roteiros em cartões.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Experimente: acordo de turma sobre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Escrevam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Grupos redigem regras, como "posso usar para tirar dúvidas, mas preciso dizer".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Votem e afixem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turma vota e deixa o acordo à vista.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Revisem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Retomem o acordo quando algo novo aparecer.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e autoria: valorize o processo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Rascunhos, anotações, mapas mentais e versões intermediárias.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 casa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Parte da tarefa em aula, sem IA, e parte em casa.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 curta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estudante explica decisões e conceitos com as próprias palavras.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e declaração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pode, o que não pode e como declarar o uso.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antes de acusar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Reúna evidências de processo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Converse com o estudante e garanta oportunidade de defesa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Detectores erram e não valem como prova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Priorize a conduta educativa; consulte o regimento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na adolescência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Cópia e dependência, com menos esforço produtivo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Deepfakes e cyberbullying: acolher vítimas e acionar a rede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Vínculos emocionais com chatbots: conversar sobre limites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Punições injustas baseadas em detectores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Treino de escrita, problemas ou raciocínio sem apoio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Avaliações de domínio individual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pessoais ou temas sensíveis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Quando não for possível mediar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tecnologia também aprende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Textos impressos "gerados por IA" pelo professor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Roteiros de dicas em cartões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Fontes do livro didático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Conversa com adultos de confiança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três perguntas para o estudante</a:t>
            </a:r>
            <a:endParaRPr lang="en-US" sz="3400" dirty="0"/>
          </a:p>
        </p:txBody>
      </p:sp>
      <p:pic>
        <p:nvPicPr>
          <p:cNvPr id="4" name="Image 0" descr="Figura 13.2 — Três perguntas diante de qualquer uso de 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451" y="1325880"/>
            <a:ext cx="901661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13.2 — Três perguntas diante de qualquer uso de IA.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Autonomia e curiosidade crescem; mediação continua necessária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Uso mediado, com objetivo, registro, proteção de dados e alternativas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desenho do uso é decisivo; não transfira resultados de outras etapas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Auditoria e comparação de ajudas treinam verificação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Valorize o processo; defina regras de declaração; evite detectores como prova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Atenção a deepfakes, cyberbullying e vínculos com chatbots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diferencia hoje o uso que ajuda do que substitui?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regras de uso de IA existem na sua turma? Foram construídas com os estudantes?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evidências de processo poderia pedir na próxima tarefa?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 perguntaria aos estudantes sobre como já usam IA?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é o novo jeito de aprender com autonomia.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13 — Anos finais do ensino fundamental: autonomia em construção, verificação e autoria</dc:title>
  <dc:subject>PptxGenJS Presentation</dc:subject>
  <dc:creator>Araken de Medeiros Santos</dc:creator>
  <cp:lastModifiedBy>Araken de Medeiros Santos</cp:lastModifiedBy>
  <cp:revision>1</cp:revision>
  <dcterms:created xsi:type="dcterms:W3CDTF">2026-10-26T23:34:35Z</dcterms:created>
  <dcterms:modified xsi:type="dcterms:W3CDTF">2026-10-26T23:34:35Z</dcterms:modified>
</cp:coreProperties>
</file>