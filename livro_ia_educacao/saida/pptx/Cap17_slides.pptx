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17.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os objetivos com 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Deixe 2 minutos de debate.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 analogia da bula.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cuidados.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Frase de impacto.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Cuidados.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Reflexão.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E9A23B">
              <a:alpha val="75000"/>
            </a:srgbClr>
          </a:solidFill>
          <a:ln w="12700">
            <a:solidFill>
              <a:srgbClr val="E9A23B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17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Pós-graduação: pesquisa, autoria e confidencialidade na era da IA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III — Práticas por nível educacional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Reconhecer o que está em jogo na pós-graduação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Distinguir usos de IA que apoiam e que comprometem a pesquisa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Planejar uma revisão com verificação em cadeia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Proteger dados, manuscritos e projetos de terceiros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Orientar e avaliar com foco no processo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A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PENSE UM POUCO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Sete das 40 referências do capítulo de revisão não existem. De quem é a responsabilidade?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Cena fictícia: o mestrando 'ganhou tempo' com um assistente de IA.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Verificação em cadeia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Seguir cada afirmação até a fonte primária, ler o trecho e registrar o caminho percorrido.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conferir o troco: você não confia só na caixa registradora, você confere a nota na mão.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“Citou, leu. Leu, registrou.”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escudos da pesquisa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 lida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Nada entra no texto sem leitura da fonte primária.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Confidencialidade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Manuscritos e dados de participantes não vão a ferramentas externas.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Autoria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IA não é autora: quem assina responde.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Declaração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Ferramenta, finalidade e verificação registradas.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texto da IA ao texto autoral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243584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43584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Listar as afirmações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9A23B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2807208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02152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02152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944368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Localizar a fonte primária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818888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9A23B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065776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202936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Ler o trecho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077456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9A23B"/>
                </a:solidFill>
              </a:rPr>
              <a:t>›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7324344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19288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19288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461504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Registrar na matriz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336024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9A23B"/>
                </a:solidFill>
              </a:rPr>
              <a:t>›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9582912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277856" y="1600200"/>
            <a:ext cx="640080" cy="64008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277856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9720072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Reescrever com voz própria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Sem fonte lida, sem citação.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Apoio ou substituição?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como apoio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Sugere clareza no seu texto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Você verifica tudo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Uso declarado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como substituta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Escreve sem as fontes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Aceita sem conferir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Uso escondido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 capítulo</a:t>
            </a:r>
            <a:endParaRPr lang="en-US" sz="3400" dirty="0"/>
          </a:p>
        </p:txBody>
      </p:sp>
      <p:pic>
        <p:nvPicPr>
          <p:cNvPr id="4" name="Image 0" descr="Mapa de conceitos do capítulo 17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30290" y="1325880"/>
            <a:ext cx="630094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Mapa de conceitos do capítulo 17.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188720"/>
            <a:ext cx="10332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“Quem assina, responde.”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B860"/>
                </a:solidFill>
              </a:rPr>
              <a:t>Autoria é responsabilidade.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Atividade: revisão com verificação em cadeia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9A23B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Escolher cinco afirmações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Pedir à IA fontes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Conferir cada fonte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Preencher a matriz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Redigir parágrafo autoral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encontros de 90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Matriz de rastreabilidade e parágrafo autoral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Faça em papel, com artigos impressos.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Referência que parece real pode não existir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Nunca cole manuscritos de terceiros em ferramentas externas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Detectores não bastam para acusar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9A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Fonte lida antes de citar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350008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350008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350008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IA não é autora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282696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82696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282696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Declare o uso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4215384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4215384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9A23B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4215384"/>
            <a:ext cx="9966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Proteja dados e manuscritos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política de uso o seu grupo precisa?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Como você avalia o processo e não só o produto?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17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E9A23B">
              <a:alpha val="70000"/>
            </a:srgbClr>
          </a:solidFill>
          <a:ln w="12700">
            <a:solidFill>
              <a:srgbClr val="E9A23B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pesquisa responde pelo que assina.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17 — Pós-graduação: pesquisa, autoria e confidencialidade na era da IA</dc:title>
  <dc:subject>PptxGenJS Presentation</dc:subject>
  <dc:creator>Araken de Medeiros Santos</dc:creator>
  <cp:lastModifiedBy>Araken de Medeiros Santos</cp:lastModifiedBy>
  <cp:revision>1</cp:revision>
  <dcterms:created xsi:type="dcterms:W3CDTF">2026-10-26T18:50:13Z</dcterms:created>
  <dcterms:modified xsi:type="dcterms:W3CDTF">2026-10-26T18:50:13Z</dcterms:modified>
</cp:coreProperties>
</file>