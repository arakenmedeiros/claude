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capítulo 11. Apresente o tema e peça que a turma pense em uma situação do dia a dia relacionada.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objetivos. Avise que este capítulo é mais cauteloso que os outros: a regra geral proposta é dispensar a IA no contato direto com crianças pequenas. Tempo: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Cena fictícia: criança de 4 anos diz que a caixa de som de casa conversa e sabe tudo; outra pergunta se ela é gente. A professora Cláudia hesita sobre telas e sobre as imagens das crianças. Pergunte à turma o que responderia à criança.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Visão geral do capítulo: direitos e campos de experiência, uso docente na preparação, participação das crianças, atividades desplugadas, avaliação por observação e riscos e proteção.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crianças aprendem brincando, se movimentando, explorando e convivendo, com muitas linguagens. As DCNEI afirmam que interações e brincadeira são os eixos do currículo. Pergunte: o que uma criança de 3 anos aprende empilhando blocos?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BNCC organiza a etapa em seis direitos e cinco campos de experiência. Cite alguns: conviver, brincar, participar, explorar, expressar e conhecer-se. A avaliação é por acompanhamento e registro, sem provas nem notas.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Crianças pequenas ainda constroem a distinção entre pessoa e objeto, realidade e fantasia. Por isso um sistema que fala como pessoa é mais delicado. A OMS (2019) recomenda cautela com tela, mas o foco é quantidade, não conteúdo, e não trata de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lugares da IA: nos bastidores, com o professor, e na brincadeira, com as crianças. Para crianças pequenas, não há evidências nem justificativa pedagógica sólida para uso direto de assistentes generativos. A UNESCO sugere idade mínima e cita 13 anos como referência.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 com a ressalva: a pesquisa é escassa. O estudo com 90 crianças de 3 a 6 anos é pequeno, com um sistema específico e não generativo; não autoriza generalizar. Recomendações de tempo de tela não tratam de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Nos bastidores, o professor pode pedir ideias, adaptar e rascunhar, sempre revisando e sem dados pessoais. Peça à turma que escolha uma linha da tabela do capítulo e diga o que verificaria.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Imagens, voz e nomes de crianças são dados pessoais. A LGPD pede melhor interesse da criança e, em regra, consentimento específico de ao menos um responsável. O ECA Digital trata de ambientes digitais: confirme vigência no texto oficial.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Ao pedir ideias, descreva a turma de forma geral, como no exemplo do capítulo: crianças de 4 a 5 anos, interessadas em animais e música, pátio pequeno. Analogia do retrato falado, sem rosto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Pausa para fixar a mensagem central do capítulo. Pergunte à turma o que entende por brincar como centro do currículo. Tempo: 1 minuto.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cenas desplugadas: jogo do robô de comando, pessoas e máquinas, sequências de rotina e roda de conversa. As normas de Computação incluem noções de pensamento computacional já na educação infantil, de modo lúdico.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Resuma a sequência do jogo do robô: roda inicial, apresentação, demonstração, duplas, conversa e fechamento. Mostre que a máquina faz só o que foi mandado; as pessoas decidem e sentem.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1, sem tela e sem IA. Cuide da segurança, de crianças tímidas e da participação de todas. Registre falas sem nomes em documentos externos e sem imagens sem autorização da família. Fim com música de relaxamento.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2: a IA é usada só pelo professor, na preparação, sem dados de crianças. Reescreva a história com suas palavras e revise estereótipos e violência. Guarde desenhos no portfólio com autorização da família.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condições propostas pelo autor. Selecione quatro para destacar. Insista em linguagem: 'o computador mostrou', não 'ela quer ajudar você'. Envolva as famílias: explique o que se faz e por quê.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Avaliar na educação infantil é acompanhar. Se usar IA para organizar registros, só notas gerais sem nomes. Em hipótese alguma use IA para avaliar ou classificar crianças. Pergunte quais registros a turma já faz.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Síntese visual: a roda das crianças em primeiro plano e a IA, ao fundo, no painel dos bastidores separado por uma linha. Peça que a turma descreva a imagem com as próprias palavras.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Riscos específicos da etapa. Antropomorfismo: assistentes de voz e brinquedos inteligentes podem fazer a criança acreditar que a máquina é amiga ou sente. Peça exemplos de brinquedos que a turma conhece. Atenção à publicidade e à coleta de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Dispensar é a regra geral proposta neste livro para o contato direto com crianças. Dispense também na documentação com imagens, vozes ou relatos identificáveis, e para dados de saúde ou comportamento. O foco é o brincar, o corpo e a convivência.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Rodada rápida de fechamento. Retome a pergunta da caixa de som: como a turma responderia hoje à criança que perguntou se ela é gente?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Dê 3 minutos de escrita e 3 de troca. Pergunte a alguém como explicaria a uma criança de 4 anos o que a máquina faz e não faz.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Convide a turma a escolher uma ideia para experimentar nesta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E9A23B">
              <a:alpha val="75000"/>
            </a:srgbClr>
          </a:solidFill>
          <a:ln w="12700">
            <a:solidFill>
              <a:srgbClr val="E9A23B">
                <a:alpha val="7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840480"/>
            <a:ext cx="3840480" cy="3840480"/>
          </a:xfrm>
          <a:prstGeom prst="ellipse">
            <a:avLst/>
          </a:prstGeom>
          <a:solidFill>
            <a:srgbClr val="E9A23B">
              <a:alpha val="65000"/>
            </a:srgbClr>
          </a:solidFill>
          <a:ln w="12700">
            <a:solidFill>
              <a:srgbClr val="E9A23B">
                <a:alpha val="65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4B860"/>
                </a:solidFill>
              </a:rPr>
              <a:t>CAPÍTULO 11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737360"/>
            <a:ext cx="8412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Educação infantil: brincar, conviver e explorar, com a IA nos bastidores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7EFE6"/>
                </a:solidFill>
              </a:rPr>
              <a:t>Parte III — Práticas por nível educacional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D9C8"/>
                </a:solidFill>
              </a:rPr>
              <a:t>Inteligência Artificial Aplicada à Educação · Araken de Medeiros Santos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aprender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4630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Reconhecer direitos e necessidades das crianças pequenas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651760"/>
            <a:ext cx="548640" cy="54864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554480" y="24688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Diferenciar uso pelo professor e uso direto pelas crianças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47472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34747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Conhecer condições e limites para a participação das crianças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448056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663440"/>
            <a:ext cx="548640" cy="54864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44805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Planejar atividades desplugadas sobre máquinas e instruções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5669280"/>
            <a:ext cx="548640" cy="54864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669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554480" y="54864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Avaliar por observação, registro e documentação, protegendo dados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A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</a:rPr>
              <a:t>PENSE UM POUCO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645920"/>
            <a:ext cx="10515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caixa de som conversa comigo. Ela é gente?"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3E6"/>
                </a:solidFill>
              </a:rPr>
              <a:t>Cena fictícia: o que faz sentido na educação infantil e como apoiar o professor sem expor a infância?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do capítulo</a:t>
            </a:r>
            <a:endParaRPr lang="en-US" sz="3400" dirty="0"/>
          </a:p>
        </p:txBody>
      </p:sp>
      <p:pic>
        <p:nvPicPr>
          <p:cNvPr id="4" name="Image 0" descr="Figura 11.1 — Mapa dos conceitos principais do capítul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0290" y="1325880"/>
            <a:ext cx="6300940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11.1 — Mapa dos conceitos principais do capítulo.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as crianças aprendem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9A23B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Brincando, movimentando-se, explorando o concreto, convivendo e usando muitas linguagens: fala, desenho, música, gesto e faz de conta.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uma pilha de blocos: a criança derruba e reconstrói, e assim aprende equilíbrio, quantidade e causa e efeito.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“Interações e brincadeira são os eixos.”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BNCC e avaliação na educação infantil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direitos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Conviver, brincar, participar, explorar, expressar e conhecer-se.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2816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6760" y="169164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567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5676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campos de experiência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55676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O eu, o outro e o nós; corpo e gestos; traços, sons e cores; escuta e fala; espaços e tempos.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10768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628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362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33628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 sem nota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33628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Acompanhamento e registro do desenvolvimento, sem objetivo de promoção.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a idade pede cautela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9A23B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A criança ainda constrói a diferença entre pessoa e objeto, fantasia e realidade. Máquinas que "falam" como gente confundem mais.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um boneco de ventríloquo: para quem entende o truque é graça; para quem não entende, o boneco está vivo.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“Cautela com tela: bebês, nenhuma; 2 a 4 anos, no máximo 1 hora.”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usa a IA: professor ou crianças?</a:t>
            </a:r>
            <a:endParaRPr lang="en-US" sz="3400" dirty="0"/>
          </a:p>
        </p:txBody>
      </p:sp>
      <p:pic>
        <p:nvPicPr>
          <p:cNvPr id="4" name="Image 0" descr="Figura 11.2 — Uso pelo professor na preparação e uso direto pelas criança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937" y="1325880"/>
            <a:ext cx="10763645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11.2 — Uso pelo professor na preparação e uso direto pelas crianças.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pesquisa permite afirmar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generativa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Pesquisa muito escassa. Não há base para afirmar benefícios de uso direto por crianças pequenas.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32816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6760" y="169164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567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5676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Alto-falante inteligente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55676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90 crianças de 3 a 6 anos: compreensão semelhante, respostas ao adulto mais ricas. Estudo pequeno.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10768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628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362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33628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 de tela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33628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Recomendações de saúde pedem cautela, mas não tratam especificamente de IA.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professor na preparação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Histórias e músicas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Variações de histórias, parlendas e brincadeiras. Verificar linguagem, estereótipos e cultura local.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Comunicados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Rascunho acolhedor para as famílias. Verificar tom e precisão, sem dados pessoais.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Documentação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Organizar notas gerais da semana, sem nomes. Autoria do professor.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Acessibilidade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Ideias de adaptação, validadas com a família e as equipes.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 e verifique: dados das crianças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1450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14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Imagem, voz e nome de crianças são dados pessoais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0322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032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5176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LGPD: melhor interesse e consentimento específico de um responsável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0919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091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84048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Não envie fotos, vídeos, áudios nem relatos identificáveis à IA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28066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280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02920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ECA Digital: confirme vigência e regulamentação no texto oficial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Descrever a turma sem expor ninguém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9A23B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Peça ideias descrevendo o grupo de modo geral. Nunca inclua nomes, rostos, relatos de crianças específicas ou informações de saúde.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um retrato falado genérico: serve para encontrar ideias, mas não aponta nenhuma criança.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“Descreva a turma, não as crianças.”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14400" y="1188720"/>
            <a:ext cx="10332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“Nada disso precisa de tela: o valor está no corpo, no tempo e na convivência.”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52120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B860"/>
                </a:solidFill>
              </a:rPr>
              <a:t>IA nos bastidores; a criança no centro.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Atividades desplugadas</a:t>
            </a:r>
            <a:endParaRPr lang="en-US" sz="3400" dirty="0"/>
          </a:p>
        </p:txBody>
      </p:sp>
      <p:pic>
        <p:nvPicPr>
          <p:cNvPr id="4" name="Image 0" descr="Figura 11.3 — Ideias sobre máquinas na educação infantil, sem tela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788" y="1325880"/>
            <a:ext cx="10725944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11.3 — Ideias sobre máquinas na educação infantil, sem telas.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11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Jogo do robô de comando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43584" y="160020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243584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Roda: o que as máquinas fazem?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560320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A23B"/>
                </a:solidFill>
              </a:rPr>
              <a:t>›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2807208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02152" y="160020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02152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944368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Apresente: o robô só faz o que mandam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818888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A23B"/>
                </a:solidFill>
              </a:rPr>
              <a:t>›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5065776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60720" y="160020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7607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202936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Demonstre com uma criança voluntária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077456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A23B"/>
                </a:solidFill>
              </a:rPr>
              <a:t>›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7324344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19288" y="160020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019288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461504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Duplas alternam robô e comandante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9336024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A23B"/>
                </a:solidFill>
              </a:rPr>
              <a:t>›</a:t>
            </a:r>
            <a:endParaRPr lang="en-US" sz="2800" dirty="0"/>
          </a:p>
        </p:txBody>
      </p:sp>
      <p:sp>
        <p:nvSpPr>
          <p:cNvPr id="24" name="Shape 21"/>
          <p:cNvSpPr/>
          <p:nvPr/>
        </p:nvSpPr>
        <p:spPr>
          <a:xfrm>
            <a:off x="9582912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277856" y="160020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277856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9720072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Conversa: o que só as pessoas fazem?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A2E2A"/>
                </a:solidFill>
              </a:rPr>
              <a:t>O robô sabia para onde ir sozinho? Ficou triste?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11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 1: o jogo do robô de comando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2941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9A23B"/>
                </a:solidFill>
              </a:rPr>
              <a:t>PASSO A PASSO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Roda de conversa: o que são máquinas?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Apresente o jogo: o robô só faz o que o comandante manda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Demonstre com uma criança: dois passos, vire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Em duplas, alternem os papéis num caminho de fita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Converse: o robô sabia ir sozinho? Ficou triste?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Encerre com música de movimento ou relaxamento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TEMPO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745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30 a 40 minutos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0" y="3026664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136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PRODUTO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83864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Vivência corporal e oral; falas registradas sem nomes; desenhos livres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0" y="4636008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745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POUCOS RECURSOS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5093208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Fita, giz e tampinhas; funciona em qualquer espaço, até em sala pequena.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11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 2: roda de histórias com preparação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2941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9A23B"/>
                </a:solidFill>
              </a:rPr>
              <a:t>PASSO A PASSO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Peça à IA três ideias de história curta com refrão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Escolha uma e reescreva com suas palavras e o local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Revise: violência, medo, estereótipos, diversidade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Conte com voz, gestos e objetos; todos repetem o refrão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Pergunte: o que poderia acontecer depois?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Crianças recontam, dramatizam ou desenham; registre as falas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TEMPO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745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Preparo: 30 min. Roda: 30 a 40 min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0" y="3026664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136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PRODUTO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83864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Roda realizada; falas e desenhos das crianças; registro do professor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0" y="4636008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745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POUCOS RECURSOS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5093208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Use histórias da tradição oral da comunidade e cenário com sucata; sem IA.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11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Condições para qualquer participação das crianças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assistentes diretos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Não usar assistentes generativos com crianças pequenas; prioridade à experiência concreta.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breve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Mediada, sem dados pessoais, para discutir o que a máquina faz e não faz.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Linguagem cuidadosa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Dizer "o computador mostrou", e não "ela quer ajudar você".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Famílias e todos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Explicar às famílias; garantir quem não tem acesso em casa.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11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avaliar: observar, registrar, documentar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fazer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Observações em caderno ou ficha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Portfólios com produções e falas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Documentação que mostra processos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Rodas de conversa e devolutivas às famílias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evitar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Provas e notas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Diagnósticos e rótulos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Usar IA para avaliar crianças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Dados identificáveis na IA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11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Síntese: a IA fica nos bastidores</a:t>
            </a:r>
            <a:endParaRPr lang="en-US" sz="3400" dirty="0"/>
          </a:p>
        </p:txBody>
      </p:sp>
      <p:pic>
        <p:nvPicPr>
          <p:cNvPr id="4" name="Image 0" descr="Figura 11.4 — Brincar, conviver, explorar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1771" y="1325880"/>
            <a:ext cx="8257978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11.4 — Brincar, conviver, explorar.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11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 e verifique: riscos na infância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1450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14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Privacidade: imagens, vozes e relatos são especialmente sensíveis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0322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032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5176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Antropomorfismo: a criança pode crer que a máquina é amiga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0919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091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84048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Publicidade e coleta de dados em produtos infantis com IA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28066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280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02920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Tela no lugar de experiências concretas e do brincar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dispensar a IA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Dispense a IA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No contato direto com as crianças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Com imagens, vozes ou relatos identificáveis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Com dados de saúde ou comportamento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Para avaliar ou classificar crianças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Faça sem IA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Brincadeiras e circuitos motores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Histórias da tradição oral local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Caixa das perguntas curiosas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Rodas de conversa e portfólios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9A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vale a pena lembrar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1732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A23B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41732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Interações e brincadeira são o eixo do currículo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20980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0980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A23B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20980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Avaliar é observar, registrar e documentar; sem nota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00228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00228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A23B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300228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Uso pelo professor na preparação; uso direto não recomendado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79476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79476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A23B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379476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Sem base de evidências para uso direto por crianças pequenas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458724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58724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A23B"/>
                </a:solidFill>
              </a:rPr>
              <a:t>✓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458724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Imagens, vozes e relatos de crianças não entram na IA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48640" y="537972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537972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A23B"/>
                </a:solidFill>
              </a:rPr>
              <a:t>✓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537972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Dispensar a IA com as crianças é a regra geral proposta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11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pensar na sua prática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O que não pode ser substituído por uma tela para o seu grupo?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7180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9748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Como explicaria a uma criança de 4 anos o que a máquina faz e não faz?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93192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93192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cuidados tem hoje com imagens e registros das crianças?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51663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44068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16636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Como conversaria com as famílias sobre IA e tecnologia?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11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E9A23B">
              <a:alpha val="70000"/>
            </a:srgbClr>
          </a:solidFill>
          <a:ln w="12700">
            <a:solidFill>
              <a:srgbClr val="E9A23B">
                <a:alpha val="7000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infância, a IA fica nos bastidores; a roda é das crianças.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4114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4B860"/>
                </a:solidFill>
              </a:rPr>
              <a:t>A docência é insubstituível.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5029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D9C8"/>
                </a:solidFill>
              </a:rPr>
              <a:t>Obrigado(a)!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 na Educação">
  <a:themeElements>
    <a:clrScheme name="IA na Educação">
      <a:dk1>
        <a:srgbClr val="3B2A2A"/>
      </a:dk1>
      <a:lt1>
        <a:srgbClr val="FFFFFF"/>
      </a:lt1>
      <a:dk2>
        <a:srgbClr val="5A2E2A"/>
      </a:dk2>
      <a:lt2>
        <a:srgbClr val="F7EFE6"/>
      </a:lt2>
      <a:accent1>
        <a:srgbClr val="D9653B"/>
      </a:accent1>
      <a:accent2>
        <a:srgbClr val="2A9D8F"/>
      </a:accent2>
      <a:accent3>
        <a:srgbClr val="E9A23B"/>
      </a:accent3>
      <a:accent4>
        <a:srgbClr val="6D3B6E"/>
      </a:accent4>
      <a:accent5>
        <a:srgbClr val="3D7EA6"/>
      </a:accent5>
      <a:accent6>
        <a:srgbClr val="6E9A4F"/>
      </a:accent6>
      <a:hlink>
        <a:srgbClr val="3D7EA6"/>
      </a:hlink>
      <a:folHlink>
        <a:srgbClr val="6D3B6E"/>
      </a:folHlink>
    </a:clrScheme>
    <a:fontScheme name="IA na Educaçã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Capítulo 11 — Educação infantil: brincar, conviver e explorar, com a IA nos bastidores</dc:title>
  <dc:subject>PptxGenJS Presentation</dc:subject>
  <dc:creator>Araken de Medeiros Santos</dc:creator>
  <cp:lastModifiedBy>Araken de Medeiros Santos</cp:lastModifiedBy>
  <cp:revision>1</cp:revision>
  <dcterms:created xsi:type="dcterms:W3CDTF">2026-10-26T23:34:34Z</dcterms:created>
  <dcterms:modified xsi:type="dcterms:W3CDTF">2026-10-26T23:34:34Z</dcterms:modified>
</cp:coreProperties>
</file>