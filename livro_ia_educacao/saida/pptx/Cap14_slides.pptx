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14.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objetivos. O ensino médio permite usos mais ricos de IA, mas exige regras, declaração de uso e proteção de dados.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Júlia pede nota de 0 a 1.000 à IA e recebe 980; no simulado corrigido por professores tira 640. Pergunta a Marcelo em quem confiar. Debata 3 minutos: o que faltou à nota da IA?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Mapa: finalidades da etapa, condições de uso, argumentação e pesquisa, avaliação e feedback, integridade e riscos. Dê a visão geral em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LDB foi alterada em 2024 e as normas mudam: consulte a versão atualizada. Estudantes de 15 a 17 anos têm autonomia, acesso e pressões. Pergunte à turma que pressões seus estudantes vivem.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autor, sujeita a normas locais. Seis condições; destaque cinco. Peça que a turma ordene por prioridade na própria escola e justifique.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Seja fiel às ressalvas. O experimento de campo com cerca de mil estudantes mostrou melhor desempenho durante o uso, pior depois sem assistente, atenuado com salvaguardas. A revisão relata melhorias com limitações. Detectores podem classificar mal falantes não nativos de inglês. Poucos estudos longitudinais.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 a ideia da pesquisa. Pergunte à turma que salvaguarda pedagógica poderia ser usada na sua disciplina.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Apoios ao professor. Questões de exame e bancos de itens: confira gabarito, clareza e ambiguidades; erros em questões objetivas geram injustiças difíceis de corrigir. Em disciplinas com cálculo, refaça os cálculos.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Interlocutor crítico: a IA como adversário de treino, e não como autora. Analogia do parceiro de treino de boxe: ele ataca para você aprender a defender. Os estudantes avaliam e verificam cada contra-argumento.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atividade 1 em cinco etapas. Fique atento ao tom respeitoso dos contra-argumentos e a dados inventados. O estudante deve conseguir explicar o texto sem 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em duas aulas de 50 minutos. Regra clara: a IA só testa argumentos, não escreve o texto. Cuidado com temas que exponham estudantes, como religião, política e orientação sexual. Ofereça alternativa a quem preferir não usar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verificação: para cada fonte, autoria, data, tipo e confiabilidade com justificativa. A IA só sugere termos de busca e tipos de fonte, nunca referências prontas. Analogia da lupa de detetive.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em três aulas. O uso da IA é opcional e limitado a termos e tipos de fontes. Verifique se todas as referências existem e foram abertas. Peça apresentação oral de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de IA em redações no estilo do Enem com as cinco competências como rubrica. Não use a nota da IA como previsão. Alterne fontes de feedback e valorize a reescrita. Faça a comparação de correções com redação anônima, autorizada.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de avaliação para preservar autoria. Defesa oral breve, portfólio, provas em sala sem IA e rubricas. Combine com tarefas com uso declarado. Pergunte: qual desses você já usa?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o estudante escreve, a IA oferece contra-argumentos, setas levam à verificação de fontes e à declaração de uso, e um selo marca a autoria do estudante. Peça que a turma explique o fluxo.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capítulo. Ansiedade com avaliações pode aumentar com comparações e promessas de atalhos. Previsões categóricas sobre carreiras são incertas. Pergunte à turma que risco vê mais na sua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Experimente: comparar correções. Escolha uma redação anônima autorizada, a turma avalia pela rubrica de cinco competências e depois compara com o feedback de IA. Onde concordam? Onde a IA se equivoca? Por que nota de 0 a 1.000 não é previsão?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IA: avaliações de domínio individual, treino do raciocínio em que o esforço é o objetivo, dados pessoais ou sensíveis, simulados de ingresso quando as regras proíbem ou o treino deve ser nas mesmas condições. Em ansiedade, o acolhimento humano é insubstituível.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rápida. Retome a Júlia: que conselho a turma daria a ela? Cada pessoa escolhe uma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de escrita e 3 de troca em duplas. Peça que alguém compartilhe uma avaliação em que garantiria produção sem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14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Ensino médio: argumentar, pesquisar e preparar-se com integridade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as finalidades do ensino médio ao uso de IA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Apoiar argumentação, pesquisa e escrita sem substituir o raciocínio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Definir regras de uso, declaração e avaliação com integridade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a IA como interlocutor crítico, com verificação de fontes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Tratar feedback de IA em redações e simulados com cautela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deu 980. Os professores deram 640. Em quem confiar?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redação nota mil.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4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14.1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o ensino médio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geral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Pensamento crítico, argumentação, cultura digital e projeto de vida.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e trabalho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Articula-se à educação profissional e à preparação para o ensino superior e o trabalho.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Pressões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Exames, carreira, trabalho e questões socioemocionais.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Condições para o uso por estudantes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Uso mediado, com objetivo claro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Declaração do uso nos trabalhos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dados pessoais; contas institucionais e termos lidos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Alternativas sem IA e momentos de produção sem IA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Acordos construídos com os estudantes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Declarar o uso é parte da honestidade.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Matemática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Cerca de mil estudantes: melhor durante o uso, pior depois sem ele; salvaguardas atenuaram.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Melhorias em motivação e pensamento crítico, com limitações metodológicas.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Podem classificar mal falantes não nativos de inglês; não usar como prova.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Poucos estudos longitudinais; não dá para dizer que melhora ou piora em geral.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“Dicas e verificação ajudam a aprender; respostas prontas e notas de IA enganam.”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O desenho do uso é decisivo.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Apoios ao trabalho do professor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Planejamento e materiais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Sequências por competências, problemas, estudos de caso e analogias, sempre revisados.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Rascunhos de rubricas e bancos de questões a revisar, com feedback inicial por critérios.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Orientação de projetos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Perguntas de pesquisa, cronogramas e listas de verificação.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 e comunicação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Descrições, glossários e textos para famílias, sem dados pessoais.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interlocutor crítico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a IA para testar a sua tese com contra-argumentos, e não para escrever o seu texto. Você avalia, verifica e responde.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parceiro de treino de boxe: ele ataca de verdade para você aprender a se defender, mas quem vai ao ringue é você.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IA discorda; você decide.”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advogado do diabo digital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Tese e dois argumentos, sem IA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Peça à IA os dois melhores contra-argumentos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Classifique: forte, fraco ou falacioso; verifique dados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Responda com suas palavras e reescreva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Declare o uso na nota final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Nota: "Usei IA para [o quê]. Verifiquei [...]".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o advogado do diabo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tese e dois argumentos, sem IA (10 min)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Em duplas, peça dois contra-argumentos ao assistente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Classifique cada um e verifique dados em fontes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Responda aos fortes: concessão, refutação ou refinamento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Reescreva o texto final e declare o uso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Discussão: o que mudou na sua tese?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Texto final, registro de análise e nota de declaração de uso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 oponente é um colega ou o professor, com roteiro de contra-argumentos.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 com matriz de verificação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IA sugere termos de busca e tipos de fontes. Você localiza, confere existência, autoria, data e instituição, e registra na matriz.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detetive com lupa: pista que ninguém conferiu não entra no relatório.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“Referência que não abriu, não citou.”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pesquisa com matriz de verificação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Delimite o tema e a pergunta de pesquisa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Opcional: IA para termos de busca e tipos de fontes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Busque em bases e sites confiáveis; confira cada fonte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Preencha a matriz: fonte, autoria, data, confiabilidade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síntese própria citando fontes verificadas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Apresente em 3 minutos e faça autoavaliação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de verificação, síntese e apresentação oral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Biblioteca, jornais, entrevistas na comunidade; a etapa de IA é opcional.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de IA em redações: quatro regras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não é previsão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IA não conhece os avaliadores nem os critérios reais de correção.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Verifique comentários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Ela pode "corrigir" o que está certo ou deixar passar problemas.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Alterne fontes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Professor, colegas e IA, com critérios explícitos.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Valorize a reescrita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melhoria vem de revisar com base no feedback.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com integridade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Preserve a autoria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Defesa oral breve do trabalho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Portfólio com rascunhos e versões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Provas em sala, sem IA, para domínios individuais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Rubricas e acordos sobre o que é permitido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Detectores como prova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Nota de IA como previsão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Julgar só o produto final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Regras não comunicadas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interlocutor crítico com autoria</a:t>
            </a:r>
            <a:endParaRPr lang="en-US" sz="3400" dirty="0"/>
          </a:p>
        </p:txBody>
      </p:sp>
      <p:pic>
        <p:nvPicPr>
          <p:cNvPr id="4" name="Image 0" descr="Figura 14.2 — Verificação, autoria e declar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335" y="1325880"/>
            <a:ext cx="862685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14.2 — Verificação, autoria e declaração.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no ensino médio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Fraude e dependência: textos não autorais e menos esforço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Falsa segurança com notas de IA em simulados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Ansiedade e pressão amplificadas por "atalhos"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Previsões categóricas sobre empregos e carreiras são incertas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Experimente: comparação de correções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turma corrige uma redação anônima com a rubrica de cinco competências.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Comparem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Mostrem o feedback de IA para a mesma rubrica: onde concordam?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Discutam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Por que a nota de 0 a 1.000 da IA não é confiável como previsão?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Avaliações de domínio individual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Treino em que o esforço é o objetivo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pessoais ou sensíveis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Simulados em que as regras proíbem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IA, funciona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Debate em duplas com papéis invertidos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Cartões com contra-argumentos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Biblioteca e entrevistas na comunidade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Acolhimento humano diante da ansiedade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Maturidade permite usos mais ricos, com regras e declaração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Dicas e verificação favorecem a aprendizagem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Advogado do diabo e matriz de fontes treinam argumentação e rigor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Nota de IA não é previsão; use rubricas e feedback diversificado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Valorize processo, defesa oral e provas em sala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Atenção a ansiedade, privacidade e desinformação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de uso e declaração adotaria? Como construiria com os estudantes?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quais avaliações é importante garantir produção sem IA?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fontes de feedback usa além de si mesmo?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apoiar estudantes ansiosos sem soluções automáticas?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pode discordar de você; o raciocínio continua sendo seu.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14 — Ensino médio: argumentar, pesquisar e preparar-se com integridade</dc:title>
  <dc:subject>PptxGenJS Presentation</dc:subject>
  <dc:creator>Araken de Medeiros Santos</dc:creator>
  <cp:lastModifiedBy>Araken de Medeiros Santos</cp:lastModifiedBy>
  <cp:revision>1</cp:revision>
  <dcterms:created xsi:type="dcterms:W3CDTF">2026-10-26T23:34:35Z</dcterms:created>
  <dcterms:modified xsi:type="dcterms:W3CDTF">2026-10-26T23:34:35Z</dcterms:modified>
</cp:coreProperties>
</file>