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20.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A ideia central: a IA pode explorar e explicar, mas o raciocínio, a evidência e a verificação continuam com o estudante. Pergunte quem já pegou uma conta errada escrita com muita segurança.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cena: Davi resolveu uma equação com passos bonitos e resposta que não satisfaz a equação; e o grupo de Ciências com explicação elegante e erro conceitual clássico. Pergunte: proibir ou ensinar a trabalhar com os sistemas? Deixe 2 minutos de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Modelos de linguagem geram sequências plausíveis de palavras, não calculam como calculadora. Podem acertar muitas contas por reconhecer padrões e errar outras com a mesma desenvoltura. Peça que a turma explique por que a segurança do tom não é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dois estudos mostram, com ressalvas. Em um, o desempenho oscilou ao mudar só os números e caiu bastante com informação irrelevante acrescentada. Em outro, versões avaliadas se saíam melhor como consulta de fatos do que resolvendo problemas difíceis. Os sistemas evoluem rápido: o que vale é testar na sua tarefa. Mesmo quando acerta, a explicação pode não corresponder ao que gerou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tipos de recurso e seus papéis. Para calcular, ferramentas que calculam. Para conversar, propor exemplos e perguntar, um modelo de linguagem. Para decidir se faz sentido, é preciso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 da regra do capítulo. Leia e peça que a turma repita. Esta regra vale em matemática e ciências, sem exceção.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 problemas: compreender, planejar, executar e examinar. Quando o estudante entrega o plano ao sistema, perde a parte formativa. Esforço produtivo e recuperação consolidam a aprendizagem. Risco: ilusão de compreensão, 'entendi quando vi'.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estudos pontuais. No ensino médio, acesso sem salvaguardas melhorou a prática mas piorou a prova sem recurso; versão com dicas mitigou o dano. Em física no ensino superior, um tutor com princípios pedagógicos teve ganhos maiores em um tópico específico. O desenho da interação pesa, mas os resultados têm limites de contexto e não se generalizam.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das rodinhas da bicicleta. No começo, dicas; depois, perguntas; por fim, o estudante sozinho. Peça aos professores que pensem em um exemplo da sua área onde o apoio possa ser retirado aos poucos.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Rotina de verificação em cinco passos: estimar, unidades e sentido, casos simples e extremos, segunda via, registrar. Em ciências, some a conferência com a fonte. Verificar é competência, não obstáculo.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um exemplo de cada passo. Estimar: massa de um lápis não é 5000. Unidades: probabilidade não passa de 1. Casos extremos: e se um valor for zero? Segunda via: substituir na equação original, outro método ou calculadora. Registrar: vira evidência do que o estudante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verifique: seis perguntas para qualquer solução ou explicação gerada. Peça que a turma aplique ao caso de Davi, mentalmente. O erro conceitual pode estar escondido numa frase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do capítulo como retomada rápida e para situar os ramos que ainda vêm: modelagem, investigação 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Modelagem: o estudante parte de uma situação real, escolhe variáveis, formula relações, resolve, interpreta e critica o modelo. A IA explora e sugere; o cálculo fica com ferramentas determinísticas. Em estatística, atenção: correlação não é causa, amostragem importa, números inventados. Prefira dados reais e anônimos coletados pela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Ciências: hipóteses, evidências e segurança. A observação decide, não a fala do sistema. Dados coletados, nunca gerados como se fossem reais. Segurança: protocolos de laboratório, misturas e doses não se planejam com base em respostas de IA. Simulações: saber o que o modelo simplifica.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detetives do erro. Prepare quatro soluções do mesmo problema, duas corretas e duas com erros diferentes, e conheça todos os erros antes. Evite o tom de pegadinha: o foco é aprender a verificar. Os estudantes não precisam usar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modelagem com dados da turma. Exemplos: esvaziar uma garrafa furada, altura de uma pilha de folhas. Medem pelo menos oito pontos, propõem um modelo, preveem um valor ainda não medido e criticam os limites. Cuidado com água e eletricidade. Versão padrão é sem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dos riscos. Cite o reforço de concepções alternativas e de estereótipos sobre quem é de exatas, e a desigualdade de acesso. Lembre que código gerado também precisa ser lido, testado com casos conhecidos e explicado.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Para calcular use ferramentas de cálculo. Quando o objetivo é desenvolver fluência, como tabuada ou álgebra básica, o esforço é o ponto. Sem recursos: papel, lápis, réguas, garrafas e colegas bastam.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visual: explorar, modelar, verificar e explicar, com o raciocínio do estudante no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 e proponha o experimento do capítulo: um grupo resolve à mão, outro com ferramenta, e a turma compara os caminhos. Termine com a pergunta: como eu saberia se este resultado estivesse errado?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 de escrita individual e conversa em duplas. Sugira que cada pessoa escolha uma investigação barata para propor à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20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Matemática e ciências: explorar, modelar e verificar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Entender por que respostas seguras de IA podem estar erradas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ferramentas de cálculo de modelos de linguagem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Apoiar a exploração sem substituir raciocínio e prova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a rotina de verificação de cinco passos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Propor modelagem e investigação com segurança e dados reais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A CONTA QUE PARECIA CERTA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 assistente fez, e estava tão seguro que nem conferi.'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proibir os sistemas ou ensinar a trabalhar com eles?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resposta segura pode estar errada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Modelos de linguagem geram texto plausível a partir de padrões. Eles não seguem regras exatas como uma calculadora.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 aluno que decorou muitas provas antigas: acerta o que já viu e erra com a mesma pose o que é novo.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“Tom seguro não é resposta correta.”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estudos mostram, com ressalvas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Sensível ao enunciado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desempenho oscila ao mudar números e cai com informação irrelevante.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difíceis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Versões avaliadas ficaram abaixo de um pós-graduando em matemática.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evoluem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Testar na sua tarefa e verificar sempre, com datas e versões em mente.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</a:t>
            </a:r>
            <a:endParaRPr lang="en-US" sz="3400" dirty="0"/>
          </a:p>
        </p:txBody>
      </p:sp>
      <p:pic>
        <p:nvPicPr>
          <p:cNvPr id="4" name="Image 0" descr="Figura 20.2 — Ferramentas exatas, modelos de linguagem e pesso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31" y="1325880"/>
            <a:ext cx="1010645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20.2 — Ferramentas exatas, modelos de linguagem e pessoas.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“Nenhuma resposta de IA vale sem verificação.”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Regra do capítulo para matemática e ciências.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problemas: o que não terceirizar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25905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2590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Compreender o enunciado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12496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37185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9115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911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0901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Elaborar um plano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817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9506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72325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232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3222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Executar o plano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77138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01827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95535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9553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5543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Examinar o resultado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Entregar o plano ao sistema é perder a parte formativa.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da interação importa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salvaguardas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Melhorou a prática, mas piorou o desempenho na prova sem o recurso.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dicas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Uma versão que dá dicas e não respostas mitigou esse dano.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ao generalizar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Estudos pontuais: não valem automaticamente para outras etapas e países.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rodinhas de bicicleta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No começo, dicas. Depois, perguntas. Por fim, o estudante sozinho. Primeiro tentar, depois comparar.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as rodinhas da bicicleta: ajudam a aprender, mas precisam ser retiradas aos poucos.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“Peça dicas, não soluções.”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de verificação em cinco passos</a:t>
            </a:r>
            <a:endParaRPr lang="en-US" sz="3400" dirty="0"/>
          </a:p>
        </p:txBody>
      </p:sp>
      <p:pic>
        <p:nvPicPr>
          <p:cNvPr id="4" name="Image 0" descr="Figura 20.3 — Estimar, conferir unidades, testar casos, segunda via e registr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70944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20.3 — Estimar, conferir unidades, testar casos, segunda via e registrar.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passos, com exemplos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 e conferir unidades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 ordem de grandeza espero? Uma probabilidade não passa de 1.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simples e extremos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Funciona com números fáceis? E se um valor for zero?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via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Substituir na equação, outro método ou calculadora confiável.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Anotar o que foi checado e como: evidência do que o estudante sabe.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 resposta satisfaz a equação ou a condição original?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Unidades e ordem de grandeza fazem sentido?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Há erro conceitual escondido numa frase correta?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Valores e leis foram conferidos em fonte confiável?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20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443" y="1325880"/>
            <a:ext cx="6192633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20.1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Modelar: quem faz o quê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com o estudante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Delimitar a situação e escolher o que medir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Coletar dados reais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Escolher funções e justificar hipóteses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Comparar o modelo com a realidade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possível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Levantar perguntas alternativas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Discutir alternativas e limites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Calculadora, planilha, simulação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Perguntas sobre limites do modelo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Ciências: hipóteses, evidências e segurança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observação decide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Preveja, investigue e explique: a evidência vale mais que a fala do sistema.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são coletados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Dados gerados só entram como exemplo, rotulados como fictícios.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é humana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Procedimentos de laboratório seguem protocolos da escola e de manuais.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Simulações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Úteis se o estudante sabe o que o modelo simplifica.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detetives do erro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Resolver o problema sozinho por 5 minutos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dupla recebe quatro soluções sem saber quais estão certas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os cinco passos a cada solução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Classificar: correta, explicação errada, erro de cálculo ou de raciocínio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Corrigir e escrever a causa do erro; plenária com dicas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Fichas de auditoria, soluções corrigidas e dicas de verificação da turma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Soluções copiadas no quadro ou impressas; segunda via com lápis e papel.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do fenômeno ao modelo e à crítica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Formular pergunta e previsão sobre um fenômeno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Medir ao menos oito pontos, repetindo uma medida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Propor e ajustar um modelo no gráfico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Prever um valor ainda não medido, medir e comparar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Criticar o modelo e apresentar em cartaz de uma página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Tabela, gráfico, modelo, validação e relatório com a crítica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Materiais recicláveis, relógio e papel quadriculado; análise à mão.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Erros fluentes em contas, raciocínios e explicações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Ilusão de compreensão e perda de esforço produtivo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Dados inventados e referências inexistentes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Segurança: procedimentos sem protocolo, e código que roda mas está errado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calcular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Use calculadora, planilha ou programa; eles seguem regras exatas.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dados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Procedimentos de segurança e dados de pesquisa apresentados como reais.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Fluência é o objetivo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Tabuada, álgebra básica, montagem de circuito: o esforço é o ponto.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o raciocínio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Sem observar o raciocínio do estudante, não dá para avaliar.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explorar, modelar e verificar</a:t>
            </a:r>
            <a:endParaRPr lang="en-US" sz="3400" dirty="0"/>
          </a:p>
        </p:txBody>
      </p:sp>
      <p:pic>
        <p:nvPicPr>
          <p:cNvPr id="4" name="Image 0" descr="Figura 20.4 — O raciocínio do estudante no centro do cic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409" y="1325880"/>
            <a:ext cx="631070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20.4 — O raciocínio do estudante no centro do ciclo.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Modelos geram texto plausível, não cálculo exato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Cinco passos: estimar, unidades, casos, segunda via, registro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Dicas e perguntas favorecem mais que respostas prontas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Primeiro tentar, depois comparar; ter momentos sem recurso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Em ciências, a observação decide; dados se coletam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Poucos recursos: papel, materiais simples e colegas bastam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Quando o estudante precisa chegar à resposta sozinho, e por quê?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erros da sua área são difíceis de perceber em texto fluente?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tornar visível o raciocínio, e não só o resultado?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regras de segurança e de dados explicitar antes de usar IA?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resposta vale sem verificação.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20 — Matemática e ciências: explorar, modelar e verificar</dc:title>
  <dc:subject>PptxGenJS Presentation</dc:subject>
  <dc:creator>Araken de Medeiros Santos</dc:creator>
  <cp:lastModifiedBy>Araken de Medeiros Santos</cp:lastModifiedBy>
  <cp:revision>1</cp:revision>
  <dcterms:created xsi:type="dcterms:W3CDTF">2026-10-26T18:54:25Z</dcterms:created>
  <dcterms:modified xsi:type="dcterms:W3CDTF">2026-10-26T18:54:25Z</dcterms:modified>
</cp:coreProperties>
</file>