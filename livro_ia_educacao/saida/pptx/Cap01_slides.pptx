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que a turma marque mentalmente qual deles mais lhe interessa. Diga que este capítulo não ensina nenhuma ferramenta: ele dá chão firme para decidir.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 de Marina: professora há quinze anos, a coordenadora pede uma posição da escola até o fim do mês, um colega quer aproveitar tudo e outra quer proibir. Pergunte quem já viveu algo parecido. Deixe 2 minutos de conversa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Quebre a ideia de que tecnologia é sinônimo de tela. Pergunte: o que na sua sala é tecnologia e ninguém chama assim? Quadro, caderno e livro entram na lista.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linha do tempo da escrita até a IA generativa, em um marco por vez. Pergunte qual marco mudou mais a forma de ensinar. A figura é conceitual, sem escala precisa de datas.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tecnologia nova chegou com as três reações ao mesmo tempo. Cuban estudou décadas de computadores em escolas e falou em supervendidos e subutilizados. Isso não significa que a tecnologia seja inútil: a mudança depende de formação, tempo e projeto. Peça um exemplo da escola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Cuban observou que as máquinas chegavam às escolas, mas as práticas mudavam pouco. A lição: equipamento sozinho não muda o ensino. Pergunte à turma o que faltou nas tecnologias que não pegaram na sua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generativa é as duas coisas. Mesmo quem decide não usar em aula precisa saber o que ela é, porque os estudantes a encontram fora da escola. Peça um exemplo de cada lado.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de Papert: em vez de o que o computador faz pelo aluno, o que o aluno faz com o computador. A IA pode fazer o pensamento por nós ou servir de material para pensarmos melhor. Esse fio volta várias vezes no livro. Peça que a turma classifique um uso que conhece.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mudanças sociais que pressionam a escola. Previsões exatas sobre empregos são incertas, então desconfie de quem as faz com muita segurança. Pergunte à turma qual dessas três ela vê mais nos seus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 de 2022: sistemas que conversam e geram texto fluente ficaram acessíveis ao grande público. A reação foi diversa pelo mundo: restrição, orientação, diretrizes. A UNESCO publicou orientações com abordagem centrada no ser humano, proteção de dados e regulação. Lembre de conferir sempre a versão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 tecnologia já é competência nos documentos brasileiros. Chame atenção para os quatro adjetivos da BNCC: crítica, significativa, reflexiva e ética. Não basta saber usar. Lembre que quem digita dados de estudantes em um sistema trata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mapa para retomar o caminho percorrido até aqui e antecipar o que vem. Peça que a turma localize em qual ramo está sua maior dúvida.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três posturas lado a lado. A terceira é destacada porque é a adotada pelo livro. Pergunte em qual postura a turma se reconhece hoje, sem julgamento.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a deliberação fundamentada pelas quatro perguntas: objetivo, ajuda, riscos, alternativa. A conclusão pode ser usar, adaptar ou não usar. Peça que a turma aplique as perguntas ao caso de Marina.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pesquisa não permite dizer que a IA melhora ou piora a aprendizagem por si só. Revisões mostram muita produção, qualidade desigual e poucos estudos na educação básica. Kestin e Bastani mostram resultados opostos em contextos diferentes, que não se generalizam. Peça cautela com manchetes.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Satisfação e economia de tempo são informações úteis, mas não provam aprendizagem. Pergunte: que indicador de aprendizagem você olharia?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individual ou em reunião pedagógica, sem uso de IA. Não há resposta certa: o texto é provisório e será relido no último capítulo. Circule pela sala e incentive exemplos concretos da própria prática. Aproximadamente 45 a 60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alertas do capítulo: perguntas para avaliar qualquer notícia de que a IA transforma a educação, e os riscos centrais que o livro aprofunda. Cheque também se há acesso desigual na sua escola.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Dispensar a IA pode ser a melhor decisão pedagógica e é tão legítimo quanto usar. Peça um objetivo de aprendizagem da turma que se ganha sem IA. Mencione a alternativa para escolas sem internet: preparar material em casa, imprimir e revisar.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síntese: a decisão pedagógica vem antes da tecnologia, e o professor está no centro do ciclo. Percorra as quatro etapas com um exemplo da turma.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cada item e peça que a turma escolha o que levaria para a próxima reunião pedagógica. Reforce que usar, adaptar ou não usar são decisões profissionais legítimas.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uma ou duas perguntas para discussão em duplas, 5 minutos, e depois socialize. Use a última para voltar à Marina: que informação ela precisaria antes de se posicionar?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653B">
              <a:alpha val="75000"/>
            </a:srgbClr>
          </a:solidFill>
          <a:ln w="12700">
            <a:solidFill>
              <a:srgbClr val="D965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Educação, tecnologias e mudanças sociais: de onde viemos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 — Fundamentos para compreender e decidir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 a tecnologia na escola como processo social e pedagógico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o que a história ensina sobre a chegada da IA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mudanças sociais à formação de professores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três posturas diante da IA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Registrar seu primeiro posicionamento sobre usar ou não usar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A REUNIÃO DE SEGUNDA-FEIRA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decidir sem pressa nem pânico qual lugar a IA deve ocupar na sua aula?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hipotética: Marina ouve o entusiasmo e o medo, mas quer algo mais sólido para decidir.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tecnologia, afinal?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Qualquer criação humana que amplia o que conseguimos fazer. O quadro de giz, o caderno e o livro impresso também são tecnologia.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ponte: não é a ponte que importa, e sim aonde ela deixa você chegar.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“Tecnologia na escola é muito mais antiga que a tela.”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história longa de tecnologias na escola</a:t>
            </a:r>
            <a:endParaRPr lang="en-US" sz="3400" dirty="0"/>
          </a:p>
        </p:txBody>
      </p:sp>
      <p:pic>
        <p:nvPicPr>
          <p:cNvPr id="4" name="Image 0" descr="Linha do tempo conceitual, sem escala temporal precis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4" y="1325880"/>
            <a:ext cx="1017361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Linha do tempo conceitual, sem escala temporal precisa.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tecnologia chega com três reações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Esperança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crença de que ela vai resolver problemas antigos da educação.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Desconfiança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receio de que ela prejudique algo valioso na aprendizagem.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Desencontro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distância entre o prometido e o que acontece na sala de aula.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Supervendidos e subutilizados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Máquinas chegavam às escolas, mas as práticas de ensino mudavam pouco: faltavam formação, tempo, projeto pedagógico e cultura escolar.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comprar uma bicicleta e deixá-la na garagem: ter o objeto não é pedalar.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“Equipamento não é o mesmo que mudança.”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como ferramenta e como ambiente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Usamos algo para fazer uma tarefa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Exemplo: projetor, planilha de notas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Eu decido quando usar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Muda o contexto de ensinar e aprender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Exemplo: redes sociais, internet, celular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Está presente mesmo sem convite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lição de Papert: quem controla quem?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Perguntar o que o aluno pode fazer com a tecnologia (criar, investigar), e não só o que a tecnologia faz por ele.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diferença entre assistir a uma receita e cozinhar com ela.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recebe, copia. Quem produz, pensa.”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mudanças que pressionam a escola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 em abundância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desafio deixou de ser achar e passou a ser selecionar o que é confiável.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transformação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As tarefas mudam. Previsões exatas sobre empregos são incertas.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Plataformas e dados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Algoritmos decidem o que mostrar. Entender isso é formação cidadã.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generativa chega ao grande público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Fim de 2022: IA que conversa fica acessível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Estudantes, professores e famílias discutem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Redes de ensino restringem ou orientam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Escolas e universidades criam diretrizes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UNESCO orienta: foco humano, dados e regulação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Normas mudam rápido: confira sempre a versão atual.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como competência nos documentos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BNCC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Cultura digital: compreender, usar e criar com crítica, reflexão e ética.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Computação na Educação Básica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Três eixos: pensamento computacional, mundo digital e cultura digital.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Protege dados pessoais, inclusive de crianças e adolescentes.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UNESCO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Orientações sobre IA na educação, em 2021 e 2023.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posturas diante da IA</a:t>
            </a:r>
            <a:endParaRPr lang="en-US" sz="3400" dirty="0"/>
          </a:p>
        </p:txBody>
      </p:sp>
      <p:pic>
        <p:nvPicPr>
          <p:cNvPr id="4" name="Image 0" descr="Figura 1.3 — Entusiasmo acrítico, rejeição automática e deliberação fundamenta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03" y="1325880"/>
            <a:ext cx="11015313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1.3 — Entusiasmo acrítico, rejeição automática e deliberação fundamentada.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Deliberação fundamentada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Perguntar, a cada situação: qual o objetivo de aprendizagem? A tecnologia ajuda? Que riscos traz? Existe alternativa mais simples?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GPS: antes de ligar, você precisa saber para onde quer ir.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“Primeiro o objetivo, depois a ferramenta.”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 produção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Crescimento rápido desde 2022, mas com qualidade desigual.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Lacunas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Poucos estudos na educação básica e poucos experimentais.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opostos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Ganho com tutor bem desenhado; prejuízo sem salvaguardas.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Desenho da atividade e mediação docente fazem a diferença.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“Gostar e ganhar tempo não é o mesmo que aprender.”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Peça indicadores de aprendizagem e qualidade, não só de satisfação.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meu mapa de tecnologias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Liste as tecnologias que você usa para ensinar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Anote para que servem, o que facilitam e dificultam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Desenhe a linha do tempo da sua escola: o que pegou e o que não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Responda: o que me anima? O que me preocupa?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Escreva: "Hoje, eu penso que a IA na minha prática..."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Guarde o texto: você o relerá no último capítulo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45 a 60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Mapa de tecnologias, linha do tempo e parágrafo de posicionamento provisório.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Tudo em papel e caneta. Em grupos grandes, cartões coloridos e painel na parede.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Quem produziu o estudo? Com quantos estudantes e em que nível?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Mediu satisfação, tempo ou aprendizagem? Houve grupo de comparação?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Sem essas respostas, trate a afirmação como hipótese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Riscos: erros, vieses, privacidade, dependência, autoria e desigualdade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Considere dispensar se...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estudante precisa fazer o esforço sozinho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Você teria de inserir dados pessoais sensíveis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há tempo para revisar o que ela produzir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alternativa mais simples e eficaz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Poucos recursos?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Prepare o material em casa e imprima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Revise tudo antes de levar para a sala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Em aula: papel, lousa e conversa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Os estudantes nem precisam ver a IA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a decisão pedagógica vem primeiro</a:t>
            </a:r>
            <a:endParaRPr lang="en-US" sz="3400" dirty="0"/>
          </a:p>
        </p:txBody>
      </p:sp>
      <p:pic>
        <p:nvPicPr>
          <p:cNvPr id="4" name="Image 0" descr="Objetivo, contexto, decisão (usar, adaptar ou dispensar) e avali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409" y="1325880"/>
            <a:ext cx="631070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Objetivo, contexto, decisão (usar, adaptar ou dispensar) e avaliação.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relação entre educação e tecnologia é antiga; a IA é nova etapa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Cada tecnologia trouxe esperança, desconfiança e desencontro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BNCC trata a cultura digital como competência crítica e ética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Três posturas: entusiasmo, rejeição ou deliberação fundamentada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Satisfação e economia de tempo não comprovam aprendizagem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Usar, adaptar ou não usar: a decisão pedagógica vem antes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tecnologia mudou mais a sua forma de ensinar, e por quê?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Quem decide sobre tecnologia na sua escola? Professores são ouvidos?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 dificultaria ou favoreceria a IA no seu contexto?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situações dispensar a IA seria a melhor escolha?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653B">
              <a:alpha val="70000"/>
            </a:srgbClr>
          </a:solidFill>
          <a:ln w="12700">
            <a:solidFill>
              <a:srgbClr val="D965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com calma vale mais que reagir com pressa.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 — Educação, tecnologias e mudanças sociais: de onde viemos</dc:title>
  <dc:subject>PptxGenJS Presentation</dc:subject>
  <dc:creator>Araken de Medeiros Santos</dc:creator>
  <cp:lastModifiedBy>Araken de Medeiros Santos</cp:lastModifiedBy>
  <cp:revision>1</cp:revision>
  <dcterms:created xsi:type="dcterms:W3CDTF">2026-10-26T23:32:10Z</dcterms:created>
  <dcterms:modified xsi:type="dcterms:W3CDTF">2026-10-26T23:32:10Z</dcterms:modified>
</cp:coreProperties>
</file>